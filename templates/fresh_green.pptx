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0" d="100"/>
          <a:sy n="100" d="100"/>
        </p:scale>
        <p:origin x="67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5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92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0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8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4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0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58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9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041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70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2270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7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90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1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50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Fresh Green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Plantilla fresca y natural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Fresh Green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Naturaleza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Colores vibrantes</a:t>
            </a:r>
          </a:p>
          <a:p>
            <a:pPr lvl="0"/>
            <a:r>
              <a:t>Diseño fresco</a:t>
            </a:r>
          </a:p>
          <a:p>
            <a:pPr lvl="0"/>
            <a:r>
              <a:t>Temática ecológica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Perfecto para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Temas ambientales</a:t>
            </a:r>
          </a:p>
          <a:p>
            <a:pPr lvl="0"/>
            <a:r>
              <a:t>Salud y bienestar</a:t>
            </a:r>
          </a:p>
          <a:p>
            <a:pPr lvl="0"/>
            <a:r>
              <a:t>Productos naturales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24</Words>
  <Application>Microsoft Office PowerPoint</Application>
  <PresentationFormat>Presentación en pantalla (16:9)</PresentationFormat>
  <Paragraphs>11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Faceta</vt:lpstr>
      <vt:lpstr>Fresh Green</vt:lpstr>
      <vt:lpstr>Fresh Green</vt:lpstr>
      <vt:lpstr>Naturaleza</vt:lpstr>
      <vt:lpstr>Perfecto para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 Green</dc:title>
  <dc:creator/>
  <cp:keywords/>
  <cp:lastModifiedBy>fiona kuang</cp:lastModifiedBy>
  <cp:revision>1</cp:revision>
  <dcterms:created xsi:type="dcterms:W3CDTF">2025-11-06T10:17:46Z</dcterms:created>
  <dcterms:modified xsi:type="dcterms:W3CDTF">2025-11-06T10:22:26Z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Plantilla fresca y natural</vt:lpwstr>
  </property>
</Properties>
</file>