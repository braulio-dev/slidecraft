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Título: Leones: El Rey de la Selva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Resumen</a:t>
            </a:r>
          </a:p>
          <a:p>
            <a:pPr lvl="0"/>
            <a:r>
              <a:rPr/>
              <a:t>Los leones son animales mamíferos que habitan en África y una parte del norte de Tanzania.</a:t>
            </a:r>
          </a:p>
          <a:p>
            <a:pPr lvl="0"/>
            <a:r>
              <a:rPr/>
              <a:t>Son conocidos por su pelaje amarillento o dorado, con manchas oscuras en la cabeza, el pecho y la cola.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Características Físicas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león es un animal grande, los machos pueden pesar hasta 250 kg y medir hasta 3 metros de largo.</a:t>
            </a:r>
          </a:p>
          <a:p>
            <a:pPr lvl="0"/>
            <a:r>
              <a:rPr/>
              <a:t>Las hembras son más pequeñas que los machos.</a:t>
            </a:r>
          </a:p>
          <a:p>
            <a:pPr lvl="0"/>
            <a:r>
              <a:rPr/>
              <a:t>La pelambre del león varía en color según la edad y el sexo.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Comportamiento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son animales sociales, viven en manadas lideradas por un grupo de machos.</a:t>
            </a:r>
          </a:p>
          <a:p>
            <a:pPr lvl="0"/>
            <a:r>
              <a:rPr/>
              <a:t>El grupo defiende su territorio contra otros leones e incluso contra otras especies de animales.</a:t>
            </a:r>
          </a:p>
          <a:p>
            <a:pPr lvl="0"/>
            <a:r>
              <a:rPr/>
              <a:t>Los leones son expertos cazadores y se alimentan de herbívoros.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hembra lleva alrededor de 100 días embarazada antes de dar a luz a una cría llamada “leona” o “leoncillo”.</a:t>
            </a:r>
          </a:p>
          <a:p>
            <a:pPr lvl="0"/>
            <a:r>
              <a:rPr/>
              <a:t>La hembra cuida sola a sus crías mientras el macho se encarga de cazar y proteger la manada.</a:t>
            </a:r>
          </a:p>
          <a:p>
            <a:pPr lvl="0"/>
            <a:r>
              <a:rPr/>
              <a:t>Las hembras alcanzan la madurez sexual entre los 3 y 4 años.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Conservación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están en peligro de extinción debido a la caza furtiva, la pérdida de hábitat y la competencia con otros animales.</a:t>
            </a:r>
          </a:p>
          <a:p>
            <a:pPr lvl="0"/>
            <a:r>
              <a:rPr/>
              <a:t>Es importante proteger su hábitat natural y establecer programas de conservación para preservar esta especie.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son un símbolo de la fuerza y la belleza en la naturaleza.</a:t>
            </a:r>
          </a:p>
          <a:p>
            <a:pPr lvl="0"/>
            <a:r>
              <a:rPr/>
              <a:t>Es importante cuidarlos y proteger su hábitat para asegurar su supervivencia en el futuro.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2025-11-03T23:23:17Z</dcterms:created>
  <dcterms:modified xsi:type="dcterms:W3CDTF">2025-11-03T23:23:17Z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