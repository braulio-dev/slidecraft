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8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6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4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Título: “Nombre del Proyecto”</a:t>
            </a:r>
          </a:p>
          <a:p>
            <a:pPr lvl="0"/>
            <a:r>
              <a:rPr/>
              <a:t>Resumen: El objetivo principal de este proyecto es…</a:t>
            </a:r>
          </a:p>
          <a:p>
            <a:pPr lvl="0"/>
            <a:r>
              <a:rPr/>
              <a:t>Imagen: [Insertar imagen relevante]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Descripción detallada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Breve descripción:</a:t>
            </a:r>
          </a:p>
          <a:p>
            <a:pPr lvl="0"/>
            <a:r>
              <a:rPr/>
              <a:t>Se presentan los siguientes puntos clave:</a:t>
            </a:r>
          </a:p>
          <a:p>
            <a:pPr lvl="0"/>
            <a:r>
              <a:rPr/>
              <a:t>Punto 1</a:t>
            </a:r>
          </a:p>
          <a:p>
            <a:pPr lvl="0"/>
            <a:r>
              <a:rPr/>
              <a:t>Punto 2</a:t>
            </a:r>
          </a:p>
          <a:p>
            <a:pPr lvl="0"/>
            <a:r>
              <a:rPr/>
              <a:t>Punto 3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2025-11-04T01:06:36Z</dcterms:created>
  <dcterms:modified xsi:type="dcterms:W3CDTF">2025-11-04T01:06:36Z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