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72"/>
    <p:restoredTop sz="94660"/>
  </p:normalViewPr>
  <p:slideViewPr>
    <p:cSldViewPr snapToGrid="0">
      <p:cViewPr varScale="1">
        <p:scale>
          <a:sx d="100" n="61"/>
          <a:sy d="100" n="61"/>
        </p:scale>
        <p:origin x="504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Relationship Id="rId8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3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4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20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1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628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84532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8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6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4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GitHub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## Slide 1: 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Título</a:t>
            </a:r>
          </a:p>
          <a:p>
            <a:pPr lvl="0" indent="0" marL="0">
              <a:buNone/>
            </a:pPr>
            <a:r>
              <a:rPr/>
              <a:t>GitHub es una plataforma para el control de versiones y alojamiento de código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Descripción</a:t>
            </a:r>
          </a:p>
          <a:p>
            <a:pPr lvl="0" indent="0" marL="0">
              <a:buNone/>
            </a:pPr>
            <a:r>
              <a:rPr/>
              <a:t>Es un servicio en la nube que permite a los desarrolladores almacenar y gestionar su código, colaborar con otros y compartir sus proyectos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## Slide 2: Características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Control de versiones</a:t>
            </a:r>
            <a:r>
              <a:rPr/>
              <a:t>: GitHub permite seguir el historial de cambios realizados en el código, lo que facilita la resolución de problemas y el seguimiento del progreso.</a:t>
            </a:r>
          </a:p>
          <a:p>
            <a:pPr lvl="0"/>
            <a:r>
              <a:rPr b="1"/>
              <a:t>Colaboración</a:t>
            </a:r>
            <a:r>
              <a:rPr/>
              <a:t>: múltiples desarrolladores pueden contribuir a un proyecto al mismo tiempo, utilizando la función de pull requests para revisar y aprobar los cambios.</a:t>
            </a:r>
          </a:p>
          <a:p>
            <a:pPr lvl="0"/>
            <a:r>
              <a:rPr b="1"/>
              <a:t>Alojamiento de código</a:t>
            </a:r>
            <a:r>
              <a:rPr/>
              <a:t>: GitHub proporciona alojamiento gratuito para proyectos pequeños y planes de pago para proyectos más grandes.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## Slide 3: 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Mejora la colaboración</a:t>
            </a:r>
            <a:r>
              <a:rPr/>
              <a:t>: GitHub facilita la colaboración entre desarrolladores, lo que puede mejorar la calidad y la velocidad del desarrollo.</a:t>
            </a:r>
          </a:p>
          <a:p>
            <a:pPr lvl="0"/>
            <a:r>
              <a:rPr b="1"/>
              <a:t>Incrementa la seguridad</a:t>
            </a:r>
            <a:r>
              <a:rPr/>
              <a:t>: al utilizar el control de versiones, se puede seguir el historial de cambios realizados en el código, lo que ayuda a identificar y solucionar problemas de seguridad.</a:t>
            </a:r>
          </a:p>
          <a:p>
            <a:pPr lvl="0"/>
            <a:r>
              <a:rPr b="1"/>
              <a:t>Aumenta la visibilidad</a:t>
            </a:r>
            <a:r>
              <a:rPr/>
              <a:t>: los proyectos alojados en GitHub pueden ser fácilmente compartidos y descargados por otros desarrolladores.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## Slide 4: 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es una herramienta valiosa para los desarrolladores que desean mejorar su colaboración, seguridad y visibilidad. Es ideal para aquellos que buscan un sistema de control de versiones robusto y fácil de usar.</a:t>
            </a:r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2025-11-06T02:56:44Z</dcterms:created>
  <dcterms:modified xsi:type="dcterms:W3CDTF">2025-11-06T02:56:44Z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