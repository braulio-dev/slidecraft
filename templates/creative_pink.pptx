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574800"/>
            <a:ext cx="6619244" cy="2008236"/>
          </a:xfrm>
        </p:spPr>
        <p:txBody>
          <a:bodyPr anchor="b"/>
          <a:lstStyle>
            <a:lvl1pPr>
              <a:defRPr sz="405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619239" y="1344169"/>
            <a:ext cx="742949" cy="2285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713982" y="2420874"/>
            <a:ext cx="2894846" cy="2286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4406" y="221797"/>
            <a:ext cx="628649" cy="575765"/>
          </a:xfrm>
        </p:spPr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080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6" y="1952625"/>
            <a:ext cx="6619244" cy="2562225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496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008234"/>
            <a:ext cx="3263269" cy="1712868"/>
          </a:xfrm>
        </p:spPr>
        <p:txBody>
          <a:bodyPr anchor="ctr"/>
          <a:lstStyle>
            <a:lvl1pPr algn="l">
              <a:defRPr sz="30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71670" y="2008233"/>
            <a:ext cx="2818159" cy="1712868"/>
          </a:xfrm>
        </p:spPr>
        <p:txBody>
          <a:bodyPr anchor="ctr"/>
          <a:lstStyle>
            <a:lvl1pPr marL="0" indent="0" algn="l">
              <a:buNone/>
              <a:defRPr sz="15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04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15" y="1952625"/>
            <a:ext cx="3618869" cy="2562226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6535" y="1952625"/>
            <a:ext cx="3618869" cy="2562225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261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361886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215" y="2384822"/>
            <a:ext cx="3618869" cy="2130029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56535" y="1952625"/>
            <a:ext cx="361886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6535" y="2384822"/>
            <a:ext cx="3618869" cy="2130029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625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571060" cy="530223"/>
          </a:xfrm>
        </p:spPr>
        <p:txBody>
          <a:bodyPr/>
          <a:lstStyle>
            <a:lvl1pPr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168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542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1550"/>
            <a:ext cx="2094869" cy="12001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5859" y="1085850"/>
            <a:ext cx="3892550" cy="3429000"/>
          </a:xfrm>
        </p:spPr>
        <p:txBody>
          <a:bodyPr anchor="ctr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5" y="2346961"/>
            <a:ext cx="2094869" cy="2171699"/>
          </a:xfrm>
        </p:spPr>
        <p:txBody>
          <a:bodyPr/>
          <a:lstStyle>
            <a:lvl1pPr marL="0" indent="0">
              <a:buNone/>
              <a:defRPr sz="10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416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270000"/>
            <a:ext cx="2898851" cy="1301750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10903" y="857250"/>
            <a:ext cx="2420395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marL="0" lvl="0" indent="0" algn="ctr">
              <a:buNone/>
            </a:pPr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6" y="2743200"/>
            <a:ext cx="2894409" cy="1028700"/>
          </a:xfrm>
        </p:spPr>
        <p:txBody>
          <a:bodyPr>
            <a:normAutofit/>
          </a:bodyPr>
          <a:lstStyle>
            <a:lvl1pPr marL="0" indent="0">
              <a:buNone/>
              <a:defRPr sz="10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89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3727445"/>
            <a:ext cx="6619244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57175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5" y="4152499"/>
            <a:ext cx="6619244" cy="370284"/>
          </a:xfrm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682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598" y="797563"/>
            <a:ext cx="6623862" cy="1029740"/>
          </a:xfrm>
        </p:spPr>
        <p:txBody>
          <a:bodyPr/>
          <a:lstStyle>
            <a:lvl1pPr>
              <a:defRPr sz="3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657475"/>
            <a:ext cx="6619244" cy="1857375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7620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661175" y="455502"/>
            <a:ext cx="6014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7413344" y="1960341"/>
            <a:ext cx="4895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6408" y="736600"/>
            <a:ext cx="6340430" cy="2022474"/>
          </a:xfrm>
        </p:spPr>
        <p:txBody>
          <a:bodyPr/>
          <a:lstStyle>
            <a:lvl1pPr>
              <a:defRPr sz="3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459459" y="2759074"/>
            <a:ext cx="5798414" cy="256631"/>
          </a:xfrm>
        </p:spPr>
        <p:txBody>
          <a:bodyPr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771899"/>
            <a:ext cx="6933673" cy="748393"/>
          </a:xfrm>
        </p:spPr>
        <p:txBody>
          <a:bodyPr anchor="ctr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0796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778000"/>
            <a:ext cx="6619245" cy="136688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768725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081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>
            <a:lvl1pPr>
              <a:defRPr sz="27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5" y="1952626"/>
            <a:ext cx="235640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215" y="2384823"/>
            <a:ext cx="2356409" cy="213547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4541" y="1952625"/>
            <a:ext cx="236025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4541" y="2384823"/>
            <a:ext cx="2360257" cy="213547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16101" y="1952626"/>
            <a:ext cx="235929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16247" y="2384822"/>
            <a:ext cx="2359152" cy="213547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302978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29301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6626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>
            <a:lvl1pPr>
              <a:defRPr sz="27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5" y="3399633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00915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215" y="3831830"/>
            <a:ext cx="2287829" cy="6884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6649" y="3399634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61347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27629" y="3831829"/>
            <a:ext cx="2287829" cy="6884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7082" y="3399634"/>
            <a:ext cx="228832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22273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87081" y="3831828"/>
            <a:ext cx="2288322" cy="6884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3304373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5848352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20833" y="4793879"/>
            <a:ext cx="2733212" cy="2286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0429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6" y="1952625"/>
            <a:ext cx="6619244" cy="2562225"/>
          </a:xfrm>
        </p:spPr>
        <p:txBody>
          <a:bodyPr vert="eaVert" anchor="t" anchorCtr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21580" y="4793879"/>
            <a:ext cx="742949" cy="228599"/>
          </a:xfrm>
        </p:spPr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7197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38927" y="958850"/>
            <a:ext cx="1057474" cy="3561443"/>
          </a:xfrm>
        </p:spPr>
        <p:txBody>
          <a:bodyPr vert="eaVert" anchor="b" anchorCtr="0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6" y="958850"/>
            <a:ext cx="4692019" cy="3561443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9829" y="4793879"/>
            <a:ext cx="744101" cy="228599"/>
          </a:xfrm>
        </p:spPr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531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216" y="730251"/>
            <a:ext cx="6571060" cy="5302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6571060" cy="2562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89829" y="4793879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1" i="0">
                <a:solidFill>
                  <a:schemeClr val="accent1"/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0833" y="4793879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bg1"/>
                </a:solidFill>
              </a:defRPr>
            </a:lvl1pPr>
          </a:lstStyle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333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342900" rtl="0" eaLnBrk="1" latinLnBrk="0" hangingPunct="1">
        <a:spcBef>
          <a:spcPct val="0"/>
        </a:spcBef>
        <a:buNone/>
        <a:defRPr sz="27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5">
            <a:extLst>
              <a:ext uri="{FF2B5EF4-FFF2-40B4-BE49-F238E27FC236}">
                <a16:creationId xmlns:a16="http://schemas.microsoft.com/office/drawing/2014/main" id="{11CAC6F2-0806-417B-BF5D-5AEF6195F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190"/>
            <a:ext cx="9144000" cy="5142310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D4723B02-0AAB-4F6E-BA41-8ED99D559D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20579" y="834796"/>
            <a:ext cx="2536723" cy="246146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s-MX">
                <a:solidFill>
                  <a:srgbClr val="EBEBEB"/>
                </a:solidFill>
              </a:rPr>
              <a:t>Creative Pink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20579" y="3443748"/>
            <a:ext cx="2536724" cy="86261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s-MX"/>
              <a:t>Diseño creativo y vibrante</a:t>
            </a:r>
          </a:p>
        </p:txBody>
      </p:sp>
      <p:pic>
        <p:nvPicPr>
          <p:cNvPr id="7" name="Graphic 6" descr="Paleta">
            <a:extLst>
              <a:ext uri="{FF2B5EF4-FFF2-40B4-BE49-F238E27FC236}">
                <a16:creationId xmlns:a16="http://schemas.microsoft.com/office/drawing/2014/main" id="{4F31E829-0A39-4FB9-12E7-CF2255B2A1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3128" y="834797"/>
            <a:ext cx="3471568" cy="347156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Creative Pink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Creatividad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Colores atrevidos</a:t>
            </a:r>
          </a:p>
          <a:p>
            <a:pPr lvl="0"/>
            <a:r>
              <a:t>Diseño único</a:t>
            </a:r>
          </a:p>
          <a:p>
            <a:pPr lvl="0"/>
            <a:r>
              <a:t>Alta personalidad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Uso recomendado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Fashion</a:t>
            </a:r>
          </a:p>
          <a:p>
            <a:pPr lvl="0"/>
            <a:r>
              <a:t>Eventos sociales</a:t>
            </a:r>
          </a:p>
          <a:p>
            <a:pPr lvl="0"/>
            <a:r>
              <a:t>Marketing creativo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ones Ion">
  <a:themeElements>
    <a:clrScheme name="Sala de reuniones 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Sala de reuniones 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la de reuniones 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0</TotalTime>
  <Words>22</Words>
  <Application>Microsoft Office PowerPoint</Application>
  <PresentationFormat>Presentación en pantalla (16:9)</PresentationFormat>
  <Paragraphs>11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Century Gothic</vt:lpstr>
      <vt:lpstr>Wingdings 3</vt:lpstr>
      <vt:lpstr>Sala de reuniones Ion</vt:lpstr>
      <vt:lpstr>Creative Pink</vt:lpstr>
      <vt:lpstr>Creative Pink</vt:lpstr>
      <vt:lpstr>Creatividad</vt:lpstr>
      <vt:lpstr>Uso recomendado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Creative Pink</dc:title>
  <dc:creator/>
  <cp:keywords/>
  <cp:lastModifiedBy>fiona kuang</cp:lastModifiedBy>
  <cp:revision>1</cp:revision>
  <dcterms:created xsi:type="dcterms:W3CDTF">2025-11-06T10:17:46Z</dcterms:created>
  <dcterms:modified xsi:type="dcterms:W3CDTF">2025-11-06T23:19:39Z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ubtitle">
    <vt:lpwstr>Diseño creativo y vibrante</vt:lpwstr>
  </property>
</Properties>
</file>