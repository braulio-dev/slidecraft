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8" Type="http://schemas.openxmlformats.org/officeDocument/2006/relationships/viewProps" Target="viewProps.xml" /><Relationship Id="rId7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49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2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9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0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6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2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5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3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6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11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789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868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613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7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1849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r">
              <a:defRPr b="0" i="0" sz="10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2345051-2045-45DA-935E-2E3CA1A69ADC}" type="datetimeFigureOut">
              <a:rPr lang="en-US" smtClean="0"/>
              <a:t>11/3/2025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l">
              <a:defRPr b="0" i="0" sz="10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b="0" i="0" sz="32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933056966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20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8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6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our sample presentation using a custom PowerPoint template.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Agenda</a:t>
            </a:r>
          </a:p>
          <a:p>
            <a:pPr lvl="0"/>
            <a:r>
              <a:rPr/>
              <a:t>Introduction</a:t>
            </a:r>
          </a:p>
          <a:p>
            <a:pPr lvl="0"/>
            <a:r>
              <a:rPr/>
              <a:t>The Power of Communication</a:t>
            </a:r>
          </a:p>
          <a:p>
            <a:pPr lvl="0"/>
            <a:r>
              <a:rPr/>
              <a:t>Overcoming Nervousness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Power of Communication</a:t>
            </a:r>
          </a:p>
          <a:p>
            <a:pPr lvl="0" indent="0" marL="0">
              <a:buNone/>
            </a:pPr>
            <a:r>
              <a:rPr/>
              <a:t>Communication shapes how we connect with others and express ideas clearly.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Overcoming Nervousness</a:t>
            </a:r>
          </a:p>
          <a:p>
            <a:pPr lvl="0" indent="0" marL="0">
              <a:buNone/>
            </a:pPr>
            <a:r>
              <a:rPr/>
              <a:t>Practical tips:</a:t>
            </a:r>
          </a:p>
          <a:p>
            <a:pPr lvl="0" indent="-457200" marL="457200">
              <a:buAutoNum type="arabicPeriod"/>
            </a:pPr>
            <a:r>
              <a:rPr/>
              <a:t>Breathe deeply.</a:t>
            </a:r>
          </a:p>
          <a:p>
            <a:pPr lvl="0" indent="-457200" marL="457200">
              <a:buAutoNum type="arabicPeriod"/>
            </a:pPr>
            <a:r>
              <a:rPr/>
              <a:t>Prepare your key points.</a:t>
            </a:r>
          </a:p>
          <a:p>
            <a:pPr lvl="0" indent="-457200" marL="457200">
              <a:buAutoNum type="arabicPeriod"/>
            </a:pPr>
            <a:r>
              <a:rPr/>
              <a:t>Focus on your message, not fear.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 indent="0" marL="0">
              <a:buNone/>
            </a:pPr>
            <a:r>
              <a:rPr/>
              <a:t>This concludes the presentation!</a:t>
            </a:r>
          </a:p>
        </p:txBody>
      </p:sp>
    </p:spTree>
  </p:cSld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2025-11-03T23:36:51Z</dcterms:created>
  <dcterms:modified xsi:type="dcterms:W3CDTF">2025-11-03T23:36:51Z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