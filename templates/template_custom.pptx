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72" autoAdjust="0"/>
    <p:restoredTop sz="94660"/>
  </p:normalViewPr>
  <p:slideViewPr>
    <p:cSldViewPr snapToGrid="0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0176-E6F2-14CF-1FA3-CB8F7D7EA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F8593-B96F-365E-3686-CED6C2F89F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71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t036082fernando pulido</dc:creator>
  <cp:lastModifiedBy>t036082fernando pulido</cp:lastModifiedBy>
  <cp:revision>1</cp:revision>
  <dcterms:created xsi:type="dcterms:W3CDTF">2025-11-03T23:39:33Z</dcterms:created>
  <dcterms:modified xsi:type="dcterms:W3CDTF">2025-11-03T23:45:01Z</dcterms:modified>
</cp:coreProperties>
</file>