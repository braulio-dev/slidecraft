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Presentación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Creando un archivo de presentación en la computadora</a:t>
            </a:r>
          </a:p>
          <a:p>
            <a:pPr lvl="0"/>
            <a:r>
              <a:rPr/>
              <a:t>Primero, abre el explorador de archivos en tu computadora.</a:t>
            </a:r>
          </a:p>
          <a:p>
            <a:pPr lvl="0"/>
            <a:r>
              <a:rPr/>
              <a:t>Navega a la carpeta donde deseas crear el archivo de presentación.</a:t>
            </a:r>
          </a:p>
          <a:p>
            <a:pPr lvl="0"/>
            <a:r>
              <a:rPr/>
              <a:t>Haz clic derecho en el espacio en blanco y selecciona “Nuevo” &gt; “Archivo”.</a:t>
            </a:r>
          </a:p>
          <a:p>
            <a:pPr lvl="0"/>
            <a:r>
              <a:rPr/>
              <a:t>Selecciona el tipo de archivo que deseas crear (por ejemplo, “.pptx” para PowerPoint).</a:t>
            </a:r>
          </a:p>
          <a:p>
            <a:pPr lvl="0"/>
            <a:r>
              <a:rPr/>
              <a:t>Luego, da clic en “Guardar” para guardar el archivo con el nombre que desees.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Requisitos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Navegador de archivos compatible</a:t>
            </a:r>
          </a:p>
          <a:p>
            <a:pPr lvl="0"/>
            <a:r>
              <a:rPr/>
              <a:t>Software de presentación (como Microsoft PowerPoint o Google Slides)</a:t>
            </a:r>
          </a:p>
          <a:p>
            <a:pPr lvl="0"/>
            <a:r>
              <a:rPr/>
              <a:t>Sistema operativo (Windows o macOS)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Ventajas de crear un archivo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Mayor control sobre la presentación</a:t>
            </a:r>
          </a:p>
          <a:p>
            <a:pPr lvl="0"/>
            <a:r>
              <a:rPr/>
              <a:t>Puede agregar contenido y personalizarla según sea necesario</a:t>
            </a:r>
          </a:p>
          <a:p>
            <a:pPr lvl="0"/>
            <a:r>
              <a:rPr/>
              <a:t>No requiere conexión a internet para acceder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2025-10-31T05:11:36Z</dcterms:created>
  <dcterms:modified xsi:type="dcterms:W3CDTF">2025-10-31T05:11:36Z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