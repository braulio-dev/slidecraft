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Bienvenidos a Friday Night Funkin’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 juego de música y ritmo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Resumen del juego</a:t>
            </a:r>
            <a:r>
              <a:rPr/>
              <a:t>: Friday Night Funkin’ es un juego de música independiente en el que debes enfrentarte a diferentes oponentes con habilidades musicales impresionantes.</a:t>
            </a:r>
          </a:p>
          <a:p>
            <a:pPr lvl="0"/>
            <a:r>
              <a:rPr b="1"/>
              <a:t>Modos de juego</a:t>
            </a:r>
            <a:r>
              <a:rPr/>
              <a:t>: El juego cuenta con varios modos de juego, incluyendo un modo historia y un modo libre en el que puedes jugar contra cualquier oponente.</a:t>
            </a:r>
          </a:p>
          <a:p>
            <a:pPr lvl="0"/>
            <a:r>
              <a:rPr b="1"/>
              <a:t>Características destacadas</a:t>
            </a:r>
            <a:r>
              <a:rPr/>
              <a:t>:</a:t>
            </a:r>
          </a:p>
          <a:p>
            <a:pPr lvl="1"/>
            <a:r>
              <a:rPr/>
              <a:t>Música electrónica y catchy</a:t>
            </a:r>
          </a:p>
          <a:p>
            <a:pPr lvl="1"/>
            <a:r>
              <a:rPr/>
              <a:t>Gráficos simples pero coloridos y divertidos</a:t>
            </a:r>
          </a:p>
          <a:p>
            <a:pPr lvl="1"/>
            <a:r>
              <a:rPr/>
              <a:t>Controles sencillos pero desafiantes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Personajes del juego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Oponentes con habilidades musicales increíbles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Boyfriend</a:t>
            </a:r>
            <a:r>
              <a:rPr/>
              <a:t>: El protagonista principal, un chico que debe enfrentar a diferentes oponentes en competiciones de música.</a:t>
            </a:r>
          </a:p>
          <a:p>
            <a:pPr lvl="0"/>
            <a:r>
              <a:rPr b="1"/>
              <a:t>Girlfriend</a:t>
            </a:r>
            <a:r>
              <a:rPr/>
              <a:t>: La novia de Boyfriend, una cantante y bailarina talentosa.</a:t>
            </a:r>
          </a:p>
          <a:p>
            <a:pPr lvl="0"/>
            <a:r>
              <a:rPr b="1"/>
              <a:t>Papa Luca</a:t>
            </a:r>
            <a:r>
              <a:rPr/>
              <a:t>: Un oponente con habilidades musicales impresionantes y un estilo único.</a:t>
            </a:r>
          </a:p>
          <a:p>
            <a:pPr lvl="0"/>
            <a:r>
              <a:rPr b="1"/>
              <a:t>Skid y Pump</a:t>
            </a:r>
            <a:r>
              <a:rPr/>
              <a:t>: Oponentes que juegan a la guitarra y al piano.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Desafíos del juego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¿Podrás superar a los mejores músicos de FNF?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Niveles difíciles</a:t>
            </a:r>
            <a:r>
              <a:rPr/>
              <a:t>: Los niveles se vuelven cada vez más difíciles a medida que avanzas en el juego.</a:t>
            </a:r>
          </a:p>
          <a:p>
            <a:pPr lvl="0"/>
            <a:r>
              <a:rPr b="1"/>
              <a:t>Ritmos complejos</a:t>
            </a:r>
            <a:r>
              <a:rPr/>
              <a:t>: Debes aprender y memorizar ritmos complejos para ganar las competiciones.</a:t>
            </a:r>
          </a:p>
          <a:p>
            <a:pPr lvl="0"/>
            <a:r>
              <a:rPr b="1"/>
              <a:t>Errores costosos</a:t>
            </a:r>
            <a:r>
              <a:rPr/>
              <a:t>: Un solo error puede costarte la competición.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¿Quieres jugar a Friday Night Funkin’?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Descarga el juego y comienza a funky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Puedes descargar el juego desde su página oficial</a:t>
            </a:r>
            <a:r>
              <a:rPr/>
              <a:t> en itch.io.</a:t>
            </a:r>
          </a:p>
          <a:p>
            <a:pPr lvl="0"/>
            <a:r>
              <a:rPr b="1"/>
              <a:t>Es gratis y abierto al público</a:t>
            </a:r>
            <a:r>
              <a:rPr/>
              <a:t>, por lo que cualquier persona puede jugarlo.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2025-11-03T22:22:37Z</dcterms:created>
  <dcterms:modified xsi:type="dcterms:W3CDTF">2025-11-03T22:22:37Z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