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6" d="100"/>
          <a:sy n="96" d="100"/>
        </p:scale>
        <p:origin x="86" y="18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2850">
                <a:solidFill>
                  <a:srgbClr val="262626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3264408"/>
            <a:ext cx="5101209" cy="929921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2868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325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200150" y="1790058"/>
            <a:ext cx="6743700" cy="123444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2850">
                <a:solidFill>
                  <a:srgbClr val="262626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3264349"/>
            <a:ext cx="5101209" cy="94881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0920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86434" y="1978533"/>
            <a:ext cx="3203828" cy="232648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1978533"/>
            <a:ext cx="3202685" cy="2326487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9382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8757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7577" y="2357438"/>
            <a:ext cx="3202686" cy="1947582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2357438"/>
            <a:ext cx="3190113" cy="1947582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1735075"/>
            <a:ext cx="3202686" cy="528065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425" b="0" cap="all" spc="75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342900" indent="0">
              <a:buNone/>
              <a:defRPr sz="1425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8303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610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184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3504" y="1682871"/>
            <a:ext cx="3364992" cy="856123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603504"/>
            <a:ext cx="3611880" cy="3936492"/>
          </a:xfrm>
        </p:spPr>
        <p:txBody>
          <a:bodyPr>
            <a:normAutofit/>
          </a:bodyPr>
          <a:lstStyle>
            <a:lvl1pPr>
              <a:defRPr sz="1425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 sz="1200">
                <a:solidFill>
                  <a:schemeClr val="tx1"/>
                </a:solidFill>
              </a:defRPr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847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06392" y="1682871"/>
            <a:ext cx="3371249" cy="85098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1650">
                <a:solidFill>
                  <a:srgbClr val="262626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0"/>
            <a:ext cx="4576573" cy="51435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6676" y="2662439"/>
            <a:ext cx="2846070" cy="1645528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03504" y="4677156"/>
            <a:ext cx="3843598" cy="24003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722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017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702945"/>
            <a:ext cx="973956" cy="3737610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3352" y="702945"/>
            <a:ext cx="4648867" cy="3737610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894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73352" y="723519"/>
            <a:ext cx="5797296" cy="89154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3352" y="1978534"/>
            <a:ext cx="5797296" cy="2326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66072" y="4679112"/>
            <a:ext cx="2065310" cy="2429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00150" y="4677156"/>
            <a:ext cx="4425892" cy="2400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69192" y="4663440"/>
            <a:ext cx="274320" cy="27432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825" spc="0" baseline="0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08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100" kern="1200" cap="all" spc="15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29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143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8580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57250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84647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13235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43013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412081" indent="-171450" algn="l" defTabSz="685800" rtl="0" eaLnBrk="1" latinLnBrk="0" hangingPunct="1">
        <a:lnSpc>
          <a:spcPct val="100000"/>
        </a:lnSpc>
        <a:spcBef>
          <a:spcPts val="750"/>
        </a:spcBef>
        <a:buClr>
          <a:schemeClr val="accent2"/>
        </a:buClr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Minimal Gray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Minimalismo elegante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Simplicidad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Diseño minimalista</a:t>
            </a:r>
          </a:p>
          <a:p>
            <a:pPr lvl="0"/>
            <a:r>
              <a:t>Colores neutros</a:t>
            </a:r>
          </a:p>
          <a:p>
            <a:pPr lvl="0"/>
            <a:r>
              <a:t>Enfoque en contenido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Mejor para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Presentaciones técnicas</a:t>
            </a:r>
          </a:p>
          <a:p>
            <a:pPr lvl="0"/>
            <a:r>
              <a:t>Reportes</a:t>
            </a:r>
          </a:p>
          <a:p>
            <a:pPr lvl="0"/>
            <a:r>
              <a:t>Documentación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aquete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que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Paquete</Template>
  <TotalTime>0</TotalTime>
  <Words>18</Words>
  <Application>Microsoft Office PowerPoint</Application>
  <PresentationFormat>Presentación en pantalla (16:9)</PresentationFormat>
  <Paragraphs>10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6" baseType="lpstr">
      <vt:lpstr>Arial</vt:lpstr>
      <vt:lpstr>Gill Sans MT</vt:lpstr>
      <vt:lpstr>Paquete</vt:lpstr>
      <vt:lpstr>Minimal Gray</vt:lpstr>
      <vt:lpstr>Simplicidad</vt:lpstr>
      <vt:lpstr>Mejor para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Minimal Gray</dc:title>
  <dc:creator/>
  <cp:keywords/>
  <cp:lastModifiedBy>fiona kuang</cp:lastModifiedBy>
  <cp:revision>1</cp:revision>
  <dcterms:created xsi:type="dcterms:W3CDTF">2025-11-06T10:17:46Z</dcterms:created>
  <dcterms:modified xsi:type="dcterms:W3CDTF">2025-11-06T10:23:29Z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Minimalismo elegante</vt:lpwstr>
  </property>
</Properties>
</file>