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9" Type="http://schemas.openxmlformats.org/officeDocument/2006/relationships/viewProps" Target="viewProps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Aquí te presento una posible versión de la presentación en Markdown, basada en el template que mencionas: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Slide 1: Portada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Florence Nightingale: La Madre de la Enfermería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Nombre:</a:t>
            </a:r>
            <a:r>
              <a:rPr/>
              <a:t> Florence Nightingale</a:t>
            </a:r>
          </a:p>
          <a:p>
            <a:pPr lvl="0"/>
            <a:r>
              <a:rPr b="1"/>
              <a:t>Fecha de nacimiento:</a:t>
            </a:r>
            <a:r>
              <a:rPr/>
              <a:t> 12 de mayo de 1820</a:t>
            </a:r>
          </a:p>
          <a:p>
            <a:pPr lvl="0"/>
            <a:r>
              <a:rPr b="1"/>
              <a:t>Lugar de nacimiento:</a:t>
            </a:r>
            <a:r>
              <a:rPr/>
              <a:t> Florencia, Italia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Slide 2: Biografía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Vida y Obra de Florence Nightingale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Nació en una familia noble inglesa</a:t>
            </a:r>
          </a:p>
          <a:p>
            <a:pPr lvl="0"/>
            <a:r>
              <a:rPr/>
              <a:t>Estudió idiomas y música, pero se interesó por la enfermería tras un viaje a Alemania</a:t>
            </a:r>
          </a:p>
          <a:p>
            <a:pPr lvl="0"/>
            <a:r>
              <a:rPr/>
              <a:t>Se convirtió en una de las primeras enfermeras profesionales de su época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Slide 3: Contribuciones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Contribuciones a la Enfermería Moderna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Desarrolló el primer modelo de estatísticas sanitarias</a:t>
            </a:r>
          </a:p>
          <a:p>
            <a:pPr lvl="0"/>
            <a:r>
              <a:rPr/>
              <a:t>Introdujo la iluminación adecuada y la ventilación en los hospitales</a:t>
            </a:r>
          </a:p>
          <a:p>
            <a:pPr lvl="0"/>
            <a:r>
              <a:rPr/>
              <a:t>Fomentó la educación y la profesionalización de las enfermeras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Slide 4: Legado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El Legado de Florence Nightingale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Su trabajo influyó en la reforma del sistema sanitario británico</a:t>
            </a:r>
          </a:p>
          <a:p>
            <a:pPr lvl="0"/>
            <a:r>
              <a:rPr/>
              <a:t>Se considera una de las fundadoras de la enfermería como profesión</a:t>
            </a:r>
          </a:p>
          <a:p>
            <a:pPr lvl="0"/>
            <a:r>
              <a:rPr/>
              <a:t>Sus ideas sobre higiene y salud siguen siendo relevantes hoy en día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Slide 5: Conclusión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Florence Nightingale fue una pionera en la historia de la enfermería</a:t>
            </a:r>
          </a:p>
          <a:p>
            <a:pPr lvl="0"/>
            <a:r>
              <a:rPr/>
              <a:t>Su legado continúa inspirando a generaciones de enfermeras y médicos</a:t>
            </a:r>
          </a:p>
          <a:p>
            <a:pPr lvl="0"/>
            <a:r>
              <a:rPr/>
              <a:t>Su trabajo sigue siendo relevante en la actualidad.</a:t>
            </a:r>
          </a:p>
          <a:p>
            <a:pPr lvl="0" indent="0" marL="0">
              <a:buNone/>
            </a:pPr>
            <a:r>
              <a:rPr/>
              <a:t>Puedes exportar esta presentación como PPTX utilizando Pandoc. Recuerda que debes tener instalado Pandoc en tu sistema para realizar la conversión.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2025-11-03T23:57:48Z</dcterms:created>
  <dcterms:modified xsi:type="dcterms:W3CDTF">2025-11-03T23:57:48Z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