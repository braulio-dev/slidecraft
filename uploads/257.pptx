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Here is a presentation on Florence Nightingale: = Florence Nightingale = ## Early Life - Born on May 12, 1820 in Florence, Italy to British parents - Raised in England and developed strong social conscience - Educated at home, with emphasis on mathematics, science, and languages ## Nursing Career - Trained as a nurse during the Crimean War (1853-1856) - Observed high mortality rates among British soldiers due to poor sanitation and hygiene practices - Advocated for improved hospital conditions, emphasizing the importance of statistics in healthcare ## Statistical Work - Collected and analyzed data on patient outcomes, mortality rates, and disease patterns - Published “Notes on Matters Affecting the Health, Efficiency, and Hospital Administration of the British Army” (1858) - Introduced the concept of “coffin plots” to visualize mortality rates ## Legacy - Revolutionized nursing practice with her emphasis on sanitation, hygiene, and statistics - Paved the way for modern nursing education and professionalization - Credited with saving countless lives during the Crimean War and beyond</a:t>
            </a:r>
          </a:p>
          <a:p>
            <a:pPr lvl="0" indent="0" marL="0">
              <a:buNone/>
            </a:pPr>
            <a:r>
              <a:rPr/>
              <a:t>I can generate more slides if you’d like to expand on any of these topics.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2025-11-03T22:57:13Z</dcterms:created>
  <dcterms:modified xsi:type="dcterms:W3CDTF">2025-11-03T22:57:13Z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