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72"/>
    <p:restoredTop sz="94660"/>
  </p:normalViewPr>
  <p:slideViewPr>
    <p:cSldViewPr snapToGrid="0">
      <p:cViewPr varScale="1">
        <p:scale>
          <a:sx d="100" n="61"/>
          <a:sy d="100" n="61"/>
        </p:scale>
        <p:origin x="504" y="5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43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4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2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9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7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9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20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1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628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84532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eaLnBrk="1" hangingPunct="1" latinLnBrk="0" rtl="0">
        <a:spcBef>
          <a:spcPct val="0"/>
        </a:spcBef>
        <a:buNone/>
        <a:defRPr cap="all" kern="1200" sz="3600">
          <a:ln cmpd="sng" w="3175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8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6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4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Título: La Fuerza del Deporte: Un Viaje con la FIFA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Introducción</a:t>
            </a:r>
          </a:p>
          <a:p>
            <a:pPr lvl="0"/>
            <a:r>
              <a:rPr/>
              <a:t>La FIFA es una organización sin fines de lucro que gobierna y promueve el fútbol a nivel mundial.</a:t>
            </a:r>
          </a:p>
          <a:p>
            <a:pPr lvl="0"/>
            <a:r>
              <a:rPr/>
              <a:t>Con sede en Zúrich, Suiza, la FIFA cuenta con 211 asociaciones nacionales como miembros.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Historia de la FIFA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Fundación</a:t>
            </a:r>
          </a:p>
          <a:p>
            <a:pPr lvl="0"/>
            <a:r>
              <a:rPr/>
              <a:t>Fue fundada el 22 de mayo de 1904 por siete países: Bélgica, Dinamarca, Francia, Alemania, Países Bajos, Suecia y Suiza.</a:t>
            </a:r>
          </a:p>
          <a:p>
            <a:pPr lvl="0"/>
            <a:r>
              <a:rPr/>
              <a:t>El primer presidente fue Robert Guérin.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Logros de la FIFA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Torneos Internacionales</a:t>
            </a:r>
          </a:p>
          <a:p>
            <a:pPr lvl="0"/>
            <a:r>
              <a:rPr/>
              <a:t>La Copa Mundial de la FIFA es el torneo internacional de fútbol más grande del mundo, celebrado cada cuatro años.</a:t>
            </a:r>
          </a:p>
          <a:p>
            <a:pPr lvl="0"/>
            <a:r>
              <a:rPr/>
              <a:t>La Copa Confederaciones también es organizada por la FIFA y cuenta con selecciones nacionales de fútbol.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Desarrollo del Fútbol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Programas Sociales</a:t>
            </a:r>
          </a:p>
          <a:p>
            <a:pPr lvl="0"/>
            <a:r>
              <a:rPr/>
              <a:t>La FIFA tiene programas para promover el desarrollo social a través del fúttbol, incluyendo educación y salud.</a:t>
            </a:r>
          </a:p>
          <a:p>
            <a:pPr lvl="0"/>
            <a:r>
              <a:rPr/>
              <a:t>Estos programas tienen un impacto positivo en la comunidad global.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Futuro de la FIFA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Visión 2020-2023</a:t>
            </a:r>
          </a:p>
          <a:p>
            <a:pPr lvl="0"/>
            <a:r>
              <a:rPr/>
              <a:t>La estrategia “Fútbol para Todos” tiene como objetivo promover el desarrollo del fúttbol y mejorar la gobernanza.</a:t>
            </a:r>
          </a:p>
          <a:p>
            <a:pPr lvl="0"/>
            <a:r>
              <a:rPr/>
              <a:t>La FIFA continúa creciendo y se enfoca en su misión de fomentar un mundo más justo y equitativo.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historia, logros y visión de la FIFA demuestran su compromiso con el desarrollo del deporte y la sociedad.</a:t>
            </a:r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2025-11-06T03:30:18Z</dcterms:created>
  <dcterms:modified xsi:type="dcterms:W3CDTF">2025-11-06T03:30:18Z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