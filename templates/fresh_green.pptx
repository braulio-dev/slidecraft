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453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48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5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592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201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986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041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609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58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59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0411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708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522701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73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990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17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MX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502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Fresh Green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Plantilla fresca y natural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Fresh Green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Naturaleza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Colores vibrantes</a:t>
            </a:r>
          </a:p>
          <a:p>
            <a:pPr lvl="0"/>
            <a:r>
              <a:t>Diseño fresco</a:t>
            </a:r>
          </a:p>
          <a:p>
            <a:pPr lvl="0"/>
            <a:r>
              <a:t>Temática ecológica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Perfecto para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Temas ambientales</a:t>
            </a:r>
          </a:p>
          <a:p>
            <a:pPr lvl="0"/>
            <a:r>
              <a:t>Salud y bienestar</a:t>
            </a:r>
          </a:p>
          <a:p>
            <a:pPr lvl="0"/>
            <a:r>
              <a:t>Productos naturales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Verde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24</Words>
  <Application>Microsoft Office PowerPoint</Application>
  <PresentationFormat>Presentación en pantalla (16:9)</PresentationFormat>
  <Paragraphs>11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Faceta</vt:lpstr>
      <vt:lpstr>Fresh Green</vt:lpstr>
      <vt:lpstr>Fresh Green</vt:lpstr>
      <vt:lpstr>Naturaleza</vt:lpstr>
      <vt:lpstr>Perfecto para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Green</dc:title>
  <dc:creator/>
  <cp:keywords/>
  <cp:lastModifiedBy>fiona kuang</cp:lastModifiedBy>
  <cp:revision>2</cp:revision>
  <dcterms:created xsi:type="dcterms:W3CDTF">2025-11-06T10:17:46Z</dcterms:created>
  <dcterms:modified xsi:type="dcterms:W3CDTF">2025-11-06T23:18:45Z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Plantilla fresca y natural</vt:lpwstr>
  </property>
</Properties>
</file>