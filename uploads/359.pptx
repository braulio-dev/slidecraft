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example.com/florence-nightingale.jpg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Aquí te presento una posible versión de la presentación en Markdown, basada en el template que mencionas: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1: Portada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Florence Nightingale: La Madre de la Enfermería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Imagen:</a:t>
            </a:r>
            <a:r>
              <a:rPr/>
              <a:t> </a:t>
            </a:r>
            <a:r>
              <a:rPr>
                <a:hlinkClick r:id="rId2"/>
              </a:rPr>
              <a:t>Imagen de Florence Nightingale</a:t>
            </a:r>
          </a:p>
          <a:p>
            <a:pPr lvl="0"/>
            <a:r>
              <a:rPr b="1"/>
              <a:t>Título:</a:t>
            </a:r>
            <a:r>
              <a:rPr/>
              <a:t> La pionera que cambió la historia de la enfermería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Logros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Logros y Contribuciones de Florence Nightingale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Desarrolló el primer modelo de estatísticas sanitarias</a:t>
            </a:r>
          </a:p>
          <a:p>
            <a:pPr lvl="0"/>
            <a:r>
              <a:rPr/>
              <a:t>Introdujo la iluminación adecuada y la ventilación en los hospitales</a:t>
            </a:r>
          </a:p>
          <a:p>
            <a:pPr lvl="0"/>
            <a:r>
              <a:rPr/>
              <a:t>Fomentó la educación y la profesionalización de las enfermeras</a:t>
            </a:r>
          </a:p>
          <a:p>
            <a:pPr lvl="0" indent="0" marL="0">
              <a:buNone/>
            </a:pPr>
            <a:r>
              <a:rPr/>
              <a:t>Para exportar esta presentación como PPTX, debes tener instalado Pandoc en tu sistema. También puedes personalizar el diseño y agregar más contenido según sea necesario.</a:t>
            </a:r>
          </a:p>
          <a:p>
            <a:pPr lvl="0" indent="0" marL="0">
              <a:buNone/>
            </a:pPr>
            <a:r>
              <a:rPr/>
              <a:t>Nota: Para utilizar este formato, asegúrate de que el template </a:t>
            </a:r>
            <a:r>
              <a:rPr>
                <a:latin typeface="Courier"/>
              </a:rPr>
              <a:t>/../templates/template.pptx</a:t>
            </a:r>
            <a:r>
              <a:rPr/>
              <a:t> tenga la estructura y los metadatos adecuados para ser procesados por Pandoc.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2025-11-03T23:59:42Z</dcterms:created>
  <dcterms:modified xsi:type="dcterms:W3CDTF">2025-11-03T23:59:42Z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