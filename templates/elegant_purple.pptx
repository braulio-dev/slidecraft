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00" d="100"/>
          <a:sy n="100" d="100"/>
        </p:scale>
        <p:origin x="67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0" y="231432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4" y="765324"/>
            <a:ext cx="8245162" cy="1106260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5" y="1871584"/>
            <a:ext cx="8245160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2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04463" y="4467103"/>
            <a:ext cx="2133600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5894" y="4463859"/>
            <a:ext cx="5187908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5" y="4467103"/>
            <a:ext cx="762330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40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330214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1635373"/>
            <a:ext cx="8272211" cy="275872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5" y="4467103"/>
            <a:ext cx="78938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66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3856481"/>
            <a:ext cx="8468145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2282933"/>
            <a:ext cx="8272211" cy="1123130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3406063"/>
            <a:ext cx="8272211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224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4487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547244"/>
            <a:ext cx="8272212" cy="74124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5" y="1671003"/>
            <a:ext cx="4066793" cy="2724785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313" y="1671003"/>
            <a:ext cx="4066794" cy="2724785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61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334487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547244"/>
            <a:ext cx="8272212" cy="74124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15" y="1688169"/>
            <a:ext cx="3815306" cy="402004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194540"/>
            <a:ext cx="4044825" cy="220124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2802" y="1688169"/>
            <a:ext cx="3815305" cy="415030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194540"/>
            <a:ext cx="4044825" cy="220124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552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330512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547244"/>
            <a:ext cx="8272212" cy="74124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378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71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3856480"/>
            <a:ext cx="8473650" cy="9560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3946722"/>
            <a:ext cx="3682084" cy="517136"/>
          </a:xfrm>
        </p:spPr>
        <p:txBody>
          <a:bodyPr anchor="ctr"/>
          <a:lstStyle>
            <a:lvl1pPr algn="l">
              <a:defRPr sz="15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862" y="450900"/>
            <a:ext cx="8469630" cy="3153600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8" y="3946723"/>
            <a:ext cx="4402490" cy="517136"/>
          </a:xfrm>
        </p:spPr>
        <p:txBody>
          <a:bodyPr anchor="ctr">
            <a:normAutofit/>
          </a:bodyPr>
          <a:lstStyle>
            <a:lvl1pPr marL="0" indent="0" algn="r">
              <a:buNone/>
              <a:defRPr sz="825">
                <a:solidFill>
                  <a:schemeClr val="bg1"/>
                </a:solidFill>
              </a:defRPr>
            </a:lvl1pPr>
            <a:lvl2pPr marL="342900" indent="0">
              <a:buNone/>
              <a:defRPr sz="825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366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3520042"/>
            <a:ext cx="8272212" cy="425054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3" y="449794"/>
            <a:ext cx="8468144" cy="266793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4" y="3945096"/>
            <a:ext cx="8272213" cy="449003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692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0214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04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1" y="449794"/>
            <a:ext cx="2180113" cy="43627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506795"/>
            <a:ext cx="1503123" cy="3887305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506795"/>
            <a:ext cx="5922209" cy="3887305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4467103"/>
            <a:ext cx="996106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3" y="4463859"/>
            <a:ext cx="5922209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34962" y="4467103"/>
            <a:ext cx="873146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59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4" y="528843"/>
            <a:ext cx="8272212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1752002"/>
            <a:ext cx="8272212" cy="2642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34901" y="34290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031610" y="34023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181373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08502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1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500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472500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675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931500" indent="-175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4pPr>
      <a:lvl5pPr marL="1201500" indent="-175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5pPr>
      <a:lvl6pPr marL="1425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5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5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34F34AF-75E7-4149-A3CF-2E483C744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02D683-25A4-CCAC-4EF3-31300AED4871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rcRect t="1040" b="14691"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654C7F9-AF92-42BD-A713-6B020F63B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28551" y="342900"/>
            <a:ext cx="2777491" cy="4451349"/>
            <a:chOff x="438068" y="457200"/>
            <a:chExt cx="3703320" cy="5935132"/>
          </a:xfrm>
        </p:grpSpPr>
        <p:sp>
          <p:nvSpPr>
            <p:cNvPr id="18" name="Rectangle 11">
              <a:extLst>
                <a:ext uri="{FF2B5EF4-FFF2-40B4-BE49-F238E27FC236}">
                  <a16:creationId xmlns:a16="http://schemas.microsoft.com/office/drawing/2014/main" id="{D4E3B121-1133-4B7A-BF30-80EF7C9F0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C0F23FC-3B0D-4C62-B729-C43F56DC11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8150" y="1606550"/>
            <a:ext cx="2559050" cy="222885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>
                <a:solidFill>
                  <a:srgbClr val="FFFFFF"/>
                </a:solidFill>
              </a:rPr>
              <a:t>Elegant Purple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8150" y="3859134"/>
            <a:ext cx="2559050" cy="55411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>
                <a:solidFill>
                  <a:srgbClr val="EBEBEB"/>
                </a:solidFill>
              </a:rPr>
              <a:t>Diseño elegante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Elegant Purple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s-MX"/>
              <a:t>Estilo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Colores sofisticados</a:t>
            </a:r>
          </a:p>
          <a:p>
            <a:pPr lvl="0"/>
            <a:r>
              <a:t>Diseño moderno</a:t>
            </a:r>
          </a:p>
          <a:p>
            <a:pPr lvl="0"/>
            <a:r>
              <a:t>Presentaciones creativas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Uso ideal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Eventos especiales</a:t>
            </a:r>
          </a:p>
          <a:p>
            <a:pPr lvl="0"/>
            <a:r>
              <a:t>Portfolios</a:t>
            </a:r>
          </a:p>
          <a:p>
            <a:pPr lvl="0"/>
            <a:r>
              <a:t>Presentaciones artísticas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Violeta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</Words>
  <Application>Microsoft Office PowerPoint</Application>
  <PresentationFormat>Presentación en pantalla (16:9)</PresentationFormat>
  <Paragraphs>11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Gill Sans MT</vt:lpstr>
      <vt:lpstr>Wingdings 2</vt:lpstr>
      <vt:lpstr>Dividendo</vt:lpstr>
      <vt:lpstr>Elegant Purple</vt:lpstr>
      <vt:lpstr>Elegant Purple</vt:lpstr>
      <vt:lpstr>Estilo</vt:lpstr>
      <vt:lpstr>Uso ideal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Elegant Purple</dc:title>
  <dc:creator/>
  <cp:keywords/>
  <cp:lastModifiedBy>fiona kuang</cp:lastModifiedBy>
  <cp:revision>1</cp:revision>
  <dcterms:created xsi:type="dcterms:W3CDTF">2025-11-06T10:17:45Z</dcterms:created>
  <dcterms:modified xsi:type="dcterms:W3CDTF">2025-11-06T10:22:13Z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Diseño elegante</vt:lpwstr>
  </property>
</Properties>
</file>