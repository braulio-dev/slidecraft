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1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7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1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5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2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2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6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6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9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901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4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1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37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90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6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07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Vibrant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Colores vibrantes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Vibrant Gradient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Impacto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Gradientes llamativos</a:t>
            </a:r>
          </a:p>
          <a:p>
            <a:pPr lvl="0"/>
            <a:r>
              <a:t>Diseño moderno</a:t>
            </a:r>
          </a:p>
          <a:p>
            <a:pPr lvl="0"/>
            <a:r>
              <a:t>Alta atención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Aplicaciones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Startups</a:t>
            </a:r>
          </a:p>
          <a:p>
            <a:pPr lvl="0"/>
            <a:r>
              <a:t>Tecnología</a:t>
            </a:r>
          </a:p>
          <a:p>
            <a:pPr lvl="0"/>
            <a:r>
              <a:t>Diseño gráfico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19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Vibrant Gradient</vt:lpstr>
      <vt:lpstr>Vibrant Gradient</vt:lpstr>
      <vt:lpstr>Impacto Visual</vt:lpstr>
      <vt:lpstr>Aplicaciones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Vibrant Gradient</dc:title>
  <dc:creator/>
  <cp:keywords/>
  <cp:lastModifiedBy>fiona kuang</cp:lastModifiedBy>
  <cp:revision>1</cp:revision>
  <dcterms:created xsi:type="dcterms:W3CDTF">2025-11-06T10:17:46Z</dcterms:created>
  <dcterms:modified xsi:type="dcterms:W3CDTF">2025-11-06T10:25:46Z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Colores vibrantes</vt:lpwstr>
  </property>
</Properties>
</file>