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1: ¡El Poder de la Velocidad!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Título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¡Sonic a toda velocidad!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Una aventura épica en un mundo de acción</a:t>
            </a:r>
          </a:p>
          <a:p>
            <a:pPr lvl="0"/>
            <a:r>
              <a:rPr/>
              <a:t>Explora mundos infinitos y desafíos emocionantes.</a:t>
            </a:r>
          </a:p>
          <a:p>
            <a:pPr lvl="0"/>
            <a:r>
              <a:rPr/>
              <a:t>Combate contra enemigos feroces y juega con amigos.</a:t>
            </a:r>
          </a:p>
          <a:p>
            <a:pPr lvl="0"/>
            <a:r>
              <a:rPr/>
              <a:t>Descubre secretos ocultos y habilidades mágicas.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¿Qué tan rápido puedes 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Conecta tus habilidades para obtener velocidades increíbles.</a:t>
            </a:r>
          </a:p>
          <a:p>
            <a:pPr lvl="0"/>
            <a:r>
              <a:rPr/>
              <a:t>Saltar, correr y volar en un mundo de libertad total.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¡Es tiempo de poner a prueba tus habilidades!</a:t>
            </a:r>
          </a:p>
          <a:p>
            <a:pPr lvl="0" indent="0" marL="0">
              <a:buNone/>
            </a:pPr>
            <a:r>
              <a:rPr/>
              <a:t>¡Juega ahora y descubre el poder de la velocidad!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2025-10-31T05:22:39Z</dcterms:created>
  <dcterms:modified xsi:type="dcterms:W3CDTF">2025-10-31T05:22:39Z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