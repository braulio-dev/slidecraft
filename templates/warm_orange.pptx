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>
        <p:scale>
          <a:sx n="110" d="100"/>
          <a:sy n="110" d="100"/>
        </p:scale>
        <p:origin x="658" y="-91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83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014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63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501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718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355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718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00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517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774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5971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70233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5261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338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90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4670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022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6523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Warm Orange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Energía y creatividad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Warm Orange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Energía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Colores cálidos</a:t>
            </a:r>
          </a:p>
          <a:p>
            <a:pPr lvl="0"/>
            <a:r>
              <a:t>Diseño dinámico</a:t>
            </a:r>
          </a:p>
          <a:p>
            <a:pPr lvl="0"/>
            <a:r>
              <a:t>Alta visibilidad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Ideal para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Presentaciones motivacionales</a:t>
            </a:r>
          </a:p>
          <a:p>
            <a:pPr lvl="0"/>
            <a:r>
              <a:t>Marketing</a:t>
            </a:r>
          </a:p>
          <a:p>
            <a:pPr lvl="0"/>
            <a:r>
              <a:t>Eventos creativos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ín">
  <a:themeElements>
    <a:clrScheme name="Berlí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í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í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TM04033917[[fn=Berlín]]</Template>
  <TotalTime>0</TotalTime>
  <Words>21</Words>
  <Application>Microsoft Office PowerPoint</Application>
  <PresentationFormat>Presentación en pantalla (16:9)</PresentationFormat>
  <Paragraphs>11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Trebuchet MS</vt:lpstr>
      <vt:lpstr>Berlín</vt:lpstr>
      <vt:lpstr>Warm Orange</vt:lpstr>
      <vt:lpstr>Warm Orange</vt:lpstr>
      <vt:lpstr>Energía</vt:lpstr>
      <vt:lpstr>Ideal para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Warm Orange</dc:title>
  <dc:creator/>
  <cp:keywords/>
  <cp:lastModifiedBy>fiona kuang</cp:lastModifiedBy>
  <cp:revision>1</cp:revision>
  <dcterms:created xsi:type="dcterms:W3CDTF">2025-11-06T10:17:46Z</dcterms:created>
  <dcterms:modified xsi:type="dcterms:W3CDTF">2025-11-06T23:26:03Z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Energía y creatividad</vt:lpwstr>
  </property>
</Properties>
</file>