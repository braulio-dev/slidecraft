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B38D3D-BA21-4C32-8885-911721B94802}">
  <a:tblStyle styleId="{3EB38D3D-BA21-4C32-8885-911721B948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95529fc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95529fc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95529fc0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95529fc0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95529fc0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95529fc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95529fc0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95529fc0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95529fc0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95529fc0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f2695d5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f2695d5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f2695d5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f2695d5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f2695d50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f2695d50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f2695d50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f2695d50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2695d50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f2695d50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f2695d50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f2695d50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f2695d50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f2695d50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f2695d50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f2695d50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2695d50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f2695d50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f2695d50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f2695d50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f2695d50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f2695d50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f2695d50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f2695d50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f2695d50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f2695d50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f2695d50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f2695d50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f2695d50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f2695d50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f2695d50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f2695d50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f2695d50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f2695d50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f2695d50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f2695d50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438" y="652713"/>
            <a:ext cx="4484475" cy="26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-1896979" y="-168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Slide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-1896975" y="1606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Subtitle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127425" y="40430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Autor y Fecha</a:t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Lista de slides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720"/>
              <a:t>Section Divider</a:t>
            </a:r>
            <a:endParaRPr sz="57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overview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97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Texto breve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9425" y="1948313"/>
            <a:ext cx="3031425" cy="18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120"/>
              <a:t>Problem statement</a:t>
            </a:r>
            <a:endParaRPr b="1" sz="412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2571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/>
              <a:t>Problem</a:t>
            </a:r>
            <a:r>
              <a:rPr lang="en" sz="3000"/>
              <a:t> statement redactado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Bullet points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Punto 1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Punto 2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Punto 3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Punto 4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column </a:t>
            </a:r>
            <a:r>
              <a:rPr lang="en"/>
              <a:t>comparison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389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Column 1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4648500" y="1207975"/>
            <a:ext cx="389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Column 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037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Texto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950" y="303988"/>
            <a:ext cx="6254110" cy="37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2000250"/>
            <a:ext cx="85206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20">
                <a:solidFill>
                  <a:schemeClr val="dk2"/>
                </a:solidFill>
              </a:rPr>
              <a:t>“Quote”</a:t>
            </a:r>
            <a:endParaRPr sz="6020">
              <a:solidFill>
                <a:schemeClr val="dk2"/>
              </a:solidFill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17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284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Definición</a:t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025" y="857150"/>
            <a:ext cx="3984275" cy="37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57150"/>
            <a:ext cx="78253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677" y="120400"/>
            <a:ext cx="4235826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4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725" y="206850"/>
            <a:ext cx="4363275" cy="46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25"/>
          <p:cNvGraphicFramePr/>
          <p:nvPr/>
        </p:nvGraphicFramePr>
        <p:xfrm>
          <a:off x="272125" y="29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{3EB38D3D-BA21-4C32-8885-911721B94802}</a:tableStyleId>
              </a:tblPr>
              <a:tblGrid>
                <a:gridCol w="1719950"/>
                <a:gridCol w="1719950"/>
                <a:gridCol w="1719950"/>
                <a:gridCol w="1719950"/>
                <a:gridCol w="1719950"/>
              </a:tblGrid>
              <a:tr h="11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1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1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1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Datos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975" y="109575"/>
            <a:ext cx="3914975" cy="2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975" y="2571750"/>
            <a:ext cx="3914975" cy="2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25" y="2571750"/>
            <a:ext cx="3914975" cy="2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725" y="109575"/>
            <a:ext cx="3914975" cy="22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27"/>
          <p:cNvCxnSpPr/>
          <p:nvPr/>
        </p:nvCxnSpPr>
        <p:spPr>
          <a:xfrm flipH="1" rot="10800000">
            <a:off x="254000" y="2567250"/>
            <a:ext cx="8488800" cy="9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</p:cxnSp>
      <p:sp>
        <p:nvSpPr>
          <p:cNvPr id="143" name="Google Shape;143;p27"/>
          <p:cNvSpPr txBox="1"/>
          <p:nvPr/>
        </p:nvSpPr>
        <p:spPr>
          <a:xfrm>
            <a:off x="254000" y="571500"/>
            <a:ext cx="1134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Evento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2012050" y="4107550"/>
            <a:ext cx="1134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Evento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3579600" y="495325"/>
            <a:ext cx="1134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Evento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5219725" y="4040400"/>
            <a:ext cx="1134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Evento 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7204550" y="437250"/>
            <a:ext cx="11340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Evento 5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8" name="Google Shape;148;p27"/>
          <p:cNvCxnSpPr>
            <a:stCxn id="143" idx="2"/>
          </p:cNvCxnSpPr>
          <p:nvPr/>
        </p:nvCxnSpPr>
        <p:spPr>
          <a:xfrm flipH="1">
            <a:off x="816500" y="1360800"/>
            <a:ext cx="4500" cy="133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7"/>
          <p:cNvCxnSpPr>
            <a:stCxn id="144" idx="0"/>
          </p:cNvCxnSpPr>
          <p:nvPr/>
        </p:nvCxnSpPr>
        <p:spPr>
          <a:xfrm rot="10800000">
            <a:off x="2576350" y="2657950"/>
            <a:ext cx="2700" cy="14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7"/>
          <p:cNvCxnSpPr>
            <a:stCxn id="145" idx="2"/>
          </p:cNvCxnSpPr>
          <p:nvPr/>
        </p:nvCxnSpPr>
        <p:spPr>
          <a:xfrm>
            <a:off x="4146600" y="1284625"/>
            <a:ext cx="8100" cy="126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7"/>
          <p:cNvCxnSpPr>
            <a:stCxn id="146" idx="0"/>
          </p:cNvCxnSpPr>
          <p:nvPr/>
        </p:nvCxnSpPr>
        <p:spPr>
          <a:xfrm flipH="1" rot="10800000">
            <a:off x="5786725" y="2567100"/>
            <a:ext cx="9900" cy="14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7"/>
          <p:cNvCxnSpPr>
            <a:stCxn id="147" idx="2"/>
          </p:cNvCxnSpPr>
          <p:nvPr/>
        </p:nvCxnSpPr>
        <p:spPr>
          <a:xfrm>
            <a:off x="7771550" y="1226550"/>
            <a:ext cx="11700" cy="132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7"/>
          <p:cNvCxnSpPr/>
          <p:nvPr/>
        </p:nvCxnSpPr>
        <p:spPr>
          <a:xfrm>
            <a:off x="1824275" y="2566900"/>
            <a:ext cx="697500" cy="69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Titulo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Paso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Paso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666875" y="2192100"/>
            <a:ext cx="2663700" cy="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Cause</a:t>
            </a:r>
            <a:endParaRPr/>
          </a:p>
        </p:txBody>
      </p:sp>
      <p:cxnSp>
        <p:nvCxnSpPr>
          <p:cNvPr id="165" name="Google Shape;165;p29"/>
          <p:cNvCxnSpPr>
            <a:endCxn id="166" idx="1"/>
          </p:cNvCxnSpPr>
          <p:nvPr/>
        </p:nvCxnSpPr>
        <p:spPr>
          <a:xfrm>
            <a:off x="3374075" y="2566950"/>
            <a:ext cx="2663700" cy="10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</p:cxnSp>
      <p:sp>
        <p:nvSpPr>
          <p:cNvPr id="166" name="Google Shape;166;p29"/>
          <p:cNvSpPr txBox="1"/>
          <p:nvPr>
            <p:ph type="title"/>
          </p:nvPr>
        </p:nvSpPr>
        <p:spPr>
          <a:xfrm>
            <a:off x="6037775" y="2197800"/>
            <a:ext cx="1609500" cy="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1512313" y="4108675"/>
            <a:ext cx="14157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</a:t>
            </a:r>
            <a:endParaRPr/>
          </a:p>
        </p:txBody>
      </p:sp>
      <p:sp>
        <p:nvSpPr>
          <p:cNvPr id="172" name="Google Shape;172;p30"/>
          <p:cNvSpPr txBox="1"/>
          <p:nvPr>
            <p:ph type="title"/>
          </p:nvPr>
        </p:nvSpPr>
        <p:spPr>
          <a:xfrm>
            <a:off x="6376413" y="4108675"/>
            <a:ext cx="10695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5" y="684875"/>
            <a:ext cx="3914975" cy="34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688" y="644525"/>
            <a:ext cx="3914975" cy="34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Resultados</a:t>
            </a:r>
            <a:endParaRPr/>
          </a:p>
        </p:txBody>
      </p:sp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1695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Solución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Texto de Resumen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267375"/>
            <a:ext cx="8520600" cy="12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800"/>
              <a:t>Call to action!</a:t>
            </a:r>
            <a:endParaRPr sz="4800"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513" y="1354875"/>
            <a:ext cx="3914975" cy="34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1134925"/>
            <a:ext cx="8520600" cy="10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320"/>
              <a:t>Questions?</a:t>
            </a:r>
            <a:endParaRPr sz="532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Lista de referencias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Contacto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