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4972"/>
    <p:restoredTop sz="94660"/>
  </p:normalViewPr>
  <p:slideViewPr>
    <p:cSldViewPr snapToGrid="0">
      <p:cViewPr varScale="1">
        <p:scale>
          <a:sx d="100" n="61"/>
          <a:sy d="100" n="61"/>
        </p:scale>
        <p:origin x="504" y="58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3" Type="http://schemas.openxmlformats.org/officeDocument/2006/relationships/tableStyles" Target="tableStyles.xml" /><Relationship Id="rId12" Type="http://schemas.openxmlformats.org/officeDocument/2006/relationships/theme" Target="theme/theme1.xml" /><Relationship Id="rId11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4434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547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174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96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612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47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120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670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8930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179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4914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73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7885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2513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6206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7010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856286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theme/theme1.xml" Type="http://schemas.openxmlformats.org/officeDocument/2006/relationships/theme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slideLayouts/slideLayout17.xml" Type="http://schemas.openxmlformats.org/officeDocument/2006/relationships/slideLayout" /><Relationship Id="rId2" Target="../slideLayouts/slideLayout2.xml" Type="http://schemas.openxmlformats.org/officeDocument/2006/relationships/slideLayout" /><Relationship Id="rId16" Target="../slideLayouts/slideLayout16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slideLayouts/slideLayout1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b="0" i="0" sz="100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b="0" i="0" sz="100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b="0" i="0" sz="100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784532"/>
      </p:ext>
    </p:extLst>
  </p:cSld>
  <p:clrMap accent1="accent1" accent2="accent2" accent3="accent3" accent4="accent4" accent5="accent5" accent6="accent6" bg1="dk1" bg2="dk2" folHlink="folHlink" hlink="hlink" tx1="lt1" tx2="lt2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eaLnBrk="1" hangingPunct="1" latinLnBrk="0" rtl="0">
        <a:spcBef>
          <a:spcPct val="0"/>
        </a:spcBef>
        <a:buNone/>
        <a:defRPr cap="all" kern="1200" sz="3600">
          <a:ln cmpd="sng" w="3175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algn="l" defTabSz="457200" eaLnBrk="1" hangingPunct="1" indent="-285750" latinLnBrk="0" marL="28575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cap="none" kern="1200" sz="18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algn="l" defTabSz="457200" eaLnBrk="1" hangingPunct="1" indent="-285750" latinLnBrk="0" marL="74295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cap="none" kern="1200" sz="16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algn="l" defTabSz="457200" eaLnBrk="1" hangingPunct="1" indent="-285750" latinLnBrk="0" marL="120015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cap="none" kern="1200" sz="14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algn="l" defTabSz="457200" eaLnBrk="1" hangingPunct="1" indent="-171450" latinLnBrk="0" marL="154305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cap="none" kern="1200" sz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algn="l" defTabSz="457200" eaLnBrk="1" hangingPunct="1" indent="-171450" latinLnBrk="0" marL="200025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cap="none" kern="1200" sz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algn="l" defTabSz="457200" eaLnBrk="1" hangingPunct="1" indent="-228600" latinLnBrk="0" marL="251460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cap="none" kern="1200" sz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cap="none" kern="1200" sz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cap="none" kern="1200" sz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cap="none" kern="1200" sz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San Pedro: Una Ciudad en el Lago de Chilkoé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Ubicación y Descripción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La ciudad de San Pedro se encuentra ubicada en la costa norte del Lago de Chilkoé, una gran laguna salada en Chile.</a:t>
            </a:r>
          </a:p>
          <a:p>
            <a:pPr lvl="0"/>
            <a:r>
              <a:rPr/>
              <a:t>Tiene una población de aproximadamente 13.000 habitantes.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Economía y Actividades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Turismo y Pesca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El turismo es una actividad importante en San Pedro, con visitantes atraídos por la belleza del entorno natural y las oportunidades para practicar deportes acuáticos.</a:t>
            </a:r>
          </a:p>
          <a:p>
            <a:pPr lvl="0"/>
            <a:r>
              <a:rPr/>
              <a:t>La pesca también es un sector clave de la economía local.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Cultura y Educación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Tradiciones y Atracciones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La ciudad cuenta con una rica tradición cultural, reflejada en sus festivales y celebraciones locales.</a:t>
            </a:r>
          </a:p>
          <a:p>
            <a:pPr lvl="0"/>
            <a:r>
              <a:rPr/>
              <a:t>Hay varios centros educativos en San Pedro, incluyendo escuelas primarias y secundarias.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Infraestructura y Servicios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Transporte y Comunicación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La ciudad cuenta con servicios de transporte público, incluyendo autobuses y taxis.</a:t>
            </a:r>
          </a:p>
          <a:p>
            <a:pPr lvl="0"/>
            <a:r>
              <a:rPr/>
              <a:t>Los sistemas de comunicación están bien desarrollados, con acceso a Internet y teléfonos móviles.</a:t>
            </a:r>
          </a:p>
        </p:txBody>
      </p:sp>
    </p:spTree>
  </p:cSld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Celestial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2025-11-06T04:05:07Z</dcterms:created>
  <dcterms:modified xsi:type="dcterms:W3CDTF">2025-11-06T04:05:07Z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