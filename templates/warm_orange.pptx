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00" d="100"/>
          <a:sy n="100" d="100"/>
        </p:scale>
        <p:origin x="67" y="12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182138"/>
            <a:ext cx="6726063" cy="206957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3182884"/>
            <a:ext cx="2307831" cy="20770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1942559"/>
            <a:ext cx="6726064" cy="12452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1942559"/>
            <a:ext cx="2307832" cy="12452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1" y="2050282"/>
            <a:ext cx="6108101" cy="1029803"/>
          </a:xfrm>
        </p:spPr>
        <p:txBody>
          <a:bodyPr anchor="b">
            <a:noAutofit/>
          </a:bodyPr>
          <a:lstStyle>
            <a:lvl1pPr algn="r">
              <a:defRPr sz="405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3295530"/>
            <a:ext cx="6108101" cy="838265"/>
          </a:xfrm>
        </p:spPr>
        <p:txBody>
          <a:bodyPr>
            <a:normAutofit/>
          </a:bodyPr>
          <a:lstStyle>
            <a:lvl1pPr marL="0" indent="0" algn="r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41510" y="2062753"/>
            <a:ext cx="878916" cy="1017332"/>
          </a:xfrm>
        </p:spPr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283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014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065180"/>
            <a:ext cx="7828359" cy="240873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8" y="3065926"/>
            <a:ext cx="1202248" cy="10820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0447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7939369" y="20447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2" y="2152421"/>
            <a:ext cx="7210395" cy="818091"/>
          </a:xfrm>
        </p:spPr>
        <p:txBody>
          <a:bodyPr anchor="ctr">
            <a:normAutofit/>
          </a:bodyPr>
          <a:lstStyle>
            <a:lvl1pPr algn="r">
              <a:defRPr sz="27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242" y="3174129"/>
            <a:ext cx="7210395" cy="1278013"/>
          </a:xfrm>
        </p:spPr>
        <p:txBody>
          <a:bodyPr>
            <a:normAutofit/>
          </a:bodyPr>
          <a:lstStyle>
            <a:lvl1pPr marL="0" indent="0" algn="r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7092" y="2152422"/>
            <a:ext cx="865613" cy="818092"/>
          </a:xfrm>
        </p:spPr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563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0240" y="1752655"/>
            <a:ext cx="3523769" cy="2699487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95592" y="1752655"/>
            <a:ext cx="3525044" cy="2699487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501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564922"/>
            <a:ext cx="7210397" cy="81070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9763" y="1752655"/>
            <a:ext cx="3354245" cy="51985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242" y="2272507"/>
            <a:ext cx="3523766" cy="2179634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5116" y="1752655"/>
            <a:ext cx="3355521" cy="51905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95593" y="2272507"/>
            <a:ext cx="3525044" cy="2179634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718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355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718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564920"/>
            <a:ext cx="7210394" cy="810705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1752655"/>
            <a:ext cx="4206252" cy="2699485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1" y="1752654"/>
            <a:ext cx="2842559" cy="2699488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500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3" y="564921"/>
            <a:ext cx="7210393" cy="810704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51250" y="1752656"/>
            <a:ext cx="4069387" cy="2699484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1752655"/>
            <a:ext cx="2907192" cy="2699486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517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446471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4447216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2" y="3533713"/>
            <a:ext cx="7210394" cy="339788"/>
          </a:xfrm>
        </p:spPr>
        <p:txBody>
          <a:bodyPr anchor="b">
            <a:normAutofit/>
          </a:bodyPr>
          <a:lstStyle>
            <a:lvl1pPr>
              <a:defRPr sz="18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0242" y="457198"/>
            <a:ext cx="7210394" cy="2692181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39" y="3877188"/>
            <a:ext cx="7210397" cy="46722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2" y="3533482"/>
            <a:ext cx="865613" cy="818092"/>
          </a:xfrm>
        </p:spPr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774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446471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4447216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457198"/>
            <a:ext cx="7210394" cy="2694563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3533712"/>
            <a:ext cx="7210394" cy="818092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2" y="3533712"/>
            <a:ext cx="865613" cy="818092"/>
          </a:xfrm>
        </p:spPr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5971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446471"/>
            <a:ext cx="7828359" cy="240873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4447216"/>
            <a:ext cx="1202248" cy="108203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92" y="457199"/>
            <a:ext cx="6539158" cy="2277046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051717" y="2740034"/>
            <a:ext cx="6117434" cy="411726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3533712"/>
            <a:ext cx="7210394" cy="818092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2" y="3532444"/>
            <a:ext cx="865613" cy="818092"/>
          </a:xfrm>
        </p:spPr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437679" y="56108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54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7107" y="2275143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54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702339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446471"/>
            <a:ext cx="7828359" cy="240873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4447216"/>
            <a:ext cx="1202248" cy="10820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39" y="3533712"/>
            <a:ext cx="7210397" cy="44140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0" y="3975112"/>
            <a:ext cx="7210397" cy="376691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2" y="3532444"/>
            <a:ext cx="865613" cy="818092"/>
          </a:xfrm>
        </p:spPr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5261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01917" y="564921"/>
            <a:ext cx="7218720" cy="810704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495709" y="1752655"/>
            <a:ext cx="2302526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0241" y="2267005"/>
            <a:ext cx="2287277" cy="2185135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67019" y="1752655"/>
            <a:ext cx="229743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59103" y="2267005"/>
            <a:ext cx="2297430" cy="2185135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418117" y="1752655"/>
            <a:ext cx="230251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418117" y="2267005"/>
            <a:ext cx="2302519" cy="2185135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3383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0242" y="564921"/>
            <a:ext cx="7210395" cy="810704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0239" y="3223127"/>
            <a:ext cx="228727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0239" y="1752655"/>
            <a:ext cx="2287279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0239" y="3655324"/>
            <a:ext cx="2287279" cy="79681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59103" y="3223127"/>
            <a:ext cx="229743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59103" y="1752655"/>
            <a:ext cx="2297430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58088" y="3655323"/>
            <a:ext cx="2300473" cy="79681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423009" y="3223127"/>
            <a:ext cx="229762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423008" y="1752655"/>
            <a:ext cx="2297629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422915" y="3655321"/>
            <a:ext cx="2300672" cy="79681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2904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4670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6087155" y="1402046"/>
            <a:ext cx="3830241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7401152" y="4029302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96923" y="457198"/>
            <a:ext cx="805352" cy="3265320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457198"/>
            <a:ext cx="6652503" cy="3994942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05344" y="4452141"/>
            <a:ext cx="2057400" cy="273844"/>
          </a:xfrm>
        </p:spPr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4452141"/>
            <a:ext cx="4595104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73163" y="4048975"/>
            <a:ext cx="865613" cy="818092"/>
          </a:xfrm>
        </p:spPr>
        <p:txBody>
          <a:bodyPr anchor="t"/>
          <a:lstStyle>
            <a:lvl1pPr algn="ctr">
              <a:defRPr/>
            </a:lvl1pPr>
          </a:lstStyle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022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0241" y="564921"/>
            <a:ext cx="7210396" cy="8107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241" y="1752655"/>
            <a:ext cx="7210396" cy="2699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3236" y="4452141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0241" y="4452141"/>
            <a:ext cx="515299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47092" y="564921"/>
            <a:ext cx="865613" cy="8180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6523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Warm Orange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Energía y creatividad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Warm Orange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Energía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Colores cálidos</a:t>
            </a:r>
          </a:p>
          <a:p>
            <a:pPr lvl="0"/>
            <a:r>
              <a:t>Diseño dinámico</a:t>
            </a:r>
          </a:p>
          <a:p>
            <a:pPr lvl="0"/>
            <a:r>
              <a:t>Alta visibilidad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Ideal para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Presentaciones motivacionales</a:t>
            </a:r>
          </a:p>
          <a:p>
            <a:pPr lvl="0"/>
            <a:r>
              <a:t>Marketing</a:t>
            </a:r>
          </a:p>
          <a:p>
            <a:pPr lvl="0"/>
            <a:r>
              <a:t>Eventos creativos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rlín">
  <a:themeElements>
    <a:clrScheme name="Berlí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í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í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TM04033917[[fn=Berlín]]</Template>
  <TotalTime>0</TotalTime>
  <Words>21</Words>
  <Application>Microsoft Office PowerPoint</Application>
  <PresentationFormat>Presentación en pantalla (16:9)</PresentationFormat>
  <Paragraphs>11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Trebuchet MS</vt:lpstr>
      <vt:lpstr>Berlín</vt:lpstr>
      <vt:lpstr>Warm Orange</vt:lpstr>
      <vt:lpstr>Warm Orange</vt:lpstr>
      <vt:lpstr>Energía</vt:lpstr>
      <vt:lpstr>Ideal para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Warm Orange</dc:title>
  <dc:creator/>
  <cp:keywords/>
  <cp:lastModifiedBy>fiona kuang</cp:lastModifiedBy>
  <cp:revision>1</cp:revision>
  <dcterms:created xsi:type="dcterms:W3CDTF">2025-11-06T10:17:46Z</dcterms:created>
  <dcterms:modified xsi:type="dcterms:W3CDTF">2025-11-06T10:25:58Z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ubtitle">
    <vt:lpwstr>Energía y creatividad</vt:lpwstr>
  </property>
</Properties>
</file>