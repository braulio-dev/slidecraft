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0" d="100"/>
          <a:sy n="100" d="100"/>
        </p:scale>
        <p:origin x="67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80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496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04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26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625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68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4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416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89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682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7620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07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081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662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0429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7197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531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33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5">
            <a:extLst>
              <a:ext uri="{FF2B5EF4-FFF2-40B4-BE49-F238E27FC236}">
                <a16:creationId xmlns:a16="http://schemas.microsoft.com/office/drawing/2014/main" id="{11CAC6F2-0806-417B-BF5D-5AEF6195F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190"/>
            <a:ext cx="9144000" cy="5142310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s-MX"/>
          </a:p>
        </p:txBody>
      </p:sp>
      <p:sp>
        <p:nvSpPr>
          <p:cNvPr id="15" name="Rectangle 11">
            <a:extLst>
              <a:ext uri="{FF2B5EF4-FFF2-40B4-BE49-F238E27FC236}">
                <a16:creationId xmlns:a16="http://schemas.microsoft.com/office/drawing/2014/main" id="{D4723B02-0AAB-4F6E-BA41-8ED99D559D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MX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20579" y="834796"/>
            <a:ext cx="2536723" cy="246146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s-MX">
                <a:solidFill>
                  <a:srgbClr val="EBEBEB"/>
                </a:solidFill>
              </a:rPr>
              <a:t>Creative Pink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20579" y="3443748"/>
            <a:ext cx="2536724" cy="86261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s-MX"/>
              <a:t>Diseño creativo y vibrante</a:t>
            </a:r>
          </a:p>
        </p:txBody>
      </p:sp>
      <p:pic>
        <p:nvPicPr>
          <p:cNvPr id="7" name="Graphic 6" descr="Paleta">
            <a:extLst>
              <a:ext uri="{FF2B5EF4-FFF2-40B4-BE49-F238E27FC236}">
                <a16:creationId xmlns:a16="http://schemas.microsoft.com/office/drawing/2014/main" id="{4F31E829-0A39-4FB9-12E7-CF2255B2A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3128" y="834797"/>
            <a:ext cx="3471568" cy="3471568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Creative Pink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Creatividad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Colores atrevidos</a:t>
            </a:r>
          </a:p>
          <a:p>
            <a:pPr lvl="0"/>
            <a:r>
              <a:t>Diseño único</a:t>
            </a:r>
          </a:p>
          <a:p>
            <a:pPr lvl="0"/>
            <a:r>
              <a:t>Alta personalidad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Uso recomendado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Fashion</a:t>
            </a:r>
          </a:p>
          <a:p>
            <a:pPr lvl="0"/>
            <a:r>
              <a:t>Eventos sociales</a:t>
            </a:r>
          </a:p>
          <a:p>
            <a:pPr lvl="0"/>
            <a:r>
              <a:t>Marketing creativo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ones Ion">
  <a:themeElements>
    <a:clrScheme name="Sala de reuniones 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ones 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ones 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22</Words>
  <Application>Microsoft Office PowerPoint</Application>
  <PresentationFormat>Presentación en pantalla (16:9)</PresentationFormat>
  <Paragraphs>11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Arial</vt:lpstr>
      <vt:lpstr>Century Gothic</vt:lpstr>
      <vt:lpstr>Wingdings 3</vt:lpstr>
      <vt:lpstr>Sala de reuniones Ion</vt:lpstr>
      <vt:lpstr>Creative Pink</vt:lpstr>
      <vt:lpstr>Creative Pink</vt:lpstr>
      <vt:lpstr>Creatividad</vt:lpstr>
      <vt:lpstr>Uso recomendado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Pink</dc:title>
  <dc:creator/>
  <cp:keywords/>
  <cp:lastModifiedBy>fiona kuang</cp:lastModifiedBy>
  <cp:revision>1</cp:revision>
  <dcterms:created xsi:type="dcterms:W3CDTF">2025-11-06T10:17:46Z</dcterms:created>
  <dcterms:modified xsi:type="dcterms:W3CDTF">2025-11-06T10:20:47Z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Diseño creativo y vibrante</vt:lpwstr>
  </property>
</Properties>
</file>