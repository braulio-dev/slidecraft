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La Primera Enfermera: Florence Nightingale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primera enfermera fue Florence Nightingale, una mujer británica que se desempeñó como enfermera en la Guerra de Crimea.</a:t>
            </a:r>
          </a:p>
          <a:p>
            <a:pPr lvl="0"/>
            <a:r>
              <a:rPr/>
              <a:t>Nació en 1820 en Florencia, Italia, y falleció en 1910 en Londres, Reino Unido.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 Vida y Obra de Florence Nightingale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Estudió en el Collegio delle Sorelle di San Mauro a Roma.</a:t>
            </a:r>
          </a:p>
          <a:p>
            <a:pPr lvl="0"/>
            <a:r>
              <a:rPr/>
              <a:t>Se convirtió en enfermera en la Guerra de Crimea para cuidar a los soldados heridos.</a:t>
            </a:r>
          </a:p>
          <a:p>
            <a:pPr lvl="0"/>
            <a:r>
              <a:rPr/>
              <a:t>Introdujo varios cambios significativos en la atención médica, incluyendo:</a:t>
            </a:r>
          </a:p>
          <a:p>
            <a:pPr lvl="1"/>
            <a:r>
              <a:rPr/>
              <a:t>Limpieza y desinfección de hospitales</a:t>
            </a:r>
          </a:p>
          <a:p>
            <a:pPr lvl="1"/>
            <a:r>
              <a:rPr/>
              <a:t>Uso de estadísticas para mejorar la atención médica</a:t>
            </a:r>
          </a:p>
          <a:p>
            <a:pPr lvl="1"/>
            <a:r>
              <a:rPr/>
              <a:t>Cuidado individualizado a cada paciente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Logros y Legado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Fundó la Escuela de Enfermería de St. Thomas en Londres.</a:t>
            </a:r>
          </a:p>
          <a:p>
            <a:pPr lvl="0"/>
            <a:r>
              <a:rPr/>
              <a:t>Fue una defensora activa del papel de las enfermeras en la atención médica.</a:t>
            </a:r>
          </a:p>
          <a:p>
            <a:pPr lvl="0"/>
            <a:r>
              <a:rPr/>
              <a:t>Su legado continúa influyendo en la profesión de la enfermería hasta el día de hoy.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Florence Nightingale fue una pionera en la atención médica y un modelo a seguir para las enfermeras de todo el mundo.</a:t>
            </a:r>
          </a:p>
          <a:p>
            <a:pPr lvl="0"/>
            <a:r>
              <a:rPr/>
              <a:t>Su trabajo y legado siguen siendo fundamentales para la práctica de la enfermería moderna.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2025-11-03T22:40:32Z</dcterms:created>
  <dcterms:modified xsi:type="dcterms:W3CDTF">2025-11-03T22:40:32Z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