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sldIdLst>
    <p:sldId id="256" r:id="rId2"/>
    <p:sldId id="258" r:id="rId3"/>
    <p:sldId id="259" r:id="rId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404" y="3600450"/>
            <a:ext cx="7063740" cy="1268730"/>
          </a:xfrm>
        </p:spPr>
        <p:txBody>
          <a:bodyPr>
            <a:normAutofit/>
          </a:bodyPr>
          <a:lstStyle>
            <a:lvl1pPr marL="0" indent="0" algn="l">
              <a:buNone/>
              <a:defRPr sz="1650" baseline="0">
                <a:solidFill>
                  <a:schemeClr val="tx1">
                    <a:lumMod val="75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88433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528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54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3600450"/>
            <a:ext cx="7063740" cy="1268730"/>
          </a:xfrm>
        </p:spPr>
        <p:txBody>
          <a:bodyPr anchor="t">
            <a:normAutofit/>
          </a:bodyPr>
          <a:lstStyle>
            <a:lvl1pPr marL="0" indent="0">
              <a:buNone/>
              <a:defRPr sz="16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05629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6404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94860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702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6404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94860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15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500"/>
              </a:spcBef>
              <a:buFontTx/>
              <a:buNone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94860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867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966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544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400300" cy="1200148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8200" y="514350"/>
            <a:ext cx="4559300" cy="411480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74801"/>
            <a:ext cx="2400300" cy="28575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600"/>
              </a:spcBef>
              <a:buNone/>
              <a:defRPr sz="9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080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829050"/>
            <a:ext cx="8469630" cy="13144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943350"/>
            <a:ext cx="7486650" cy="685800"/>
          </a:xfrm>
        </p:spPr>
        <p:txBody>
          <a:bodyPr anchor="b">
            <a:normAutofit/>
          </a:bodyPr>
          <a:lstStyle>
            <a:lvl1pPr>
              <a:defRPr sz="2100" b="0">
                <a:solidFill>
                  <a:schemeClr val="bg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1"/>
            <a:ext cx="8469630" cy="3846692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581442"/>
            <a:ext cx="7486650" cy="447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975">
                <a:solidFill>
                  <a:schemeClr val="bg1">
                    <a:lumMod val="8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920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94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6525" y="285750"/>
            <a:ext cx="1857375" cy="4423172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285750"/>
            <a:ext cx="5800725" cy="4423172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020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8098157" y="748903"/>
            <a:ext cx="14287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469506" y="3034903"/>
            <a:ext cx="2686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27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105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 spc="-38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1050"/>
        </a:spcBef>
        <a:spcAft>
          <a:spcPts val="150"/>
        </a:spcAft>
        <a:buClr>
          <a:schemeClr val="accent1"/>
        </a:buClr>
        <a:buSzPct val="80000"/>
        <a:buFont typeface="Arial" pitchFamily="34" charset="0"/>
        <a:buChar char="•"/>
        <a:defRPr sz="1350" kern="1200" spc="8" baseline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Modern Dark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Presentación con estilo oscuro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>
                <a:solidFill>
                  <a:schemeClr val="bg1"/>
                </a:solidFill>
              </a:rPr>
              <a:t>Bienvenida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 err="1">
                <a:solidFill>
                  <a:schemeClr val="bg1"/>
                </a:solidFill>
              </a:rPr>
              <a:t>Diseño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oscuro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profesional</a:t>
            </a:r>
            <a:endParaRPr dirty="0">
              <a:solidFill>
                <a:schemeClr val="bg1"/>
              </a:solidFill>
            </a:endParaRPr>
          </a:p>
          <a:p>
            <a:pPr lvl="0"/>
            <a:r>
              <a:rPr dirty="0">
                <a:solidFill>
                  <a:schemeClr val="bg1"/>
                </a:solidFill>
              </a:rPr>
              <a:t>Ideal para </a:t>
            </a:r>
            <a:r>
              <a:rPr dirty="0" err="1">
                <a:solidFill>
                  <a:schemeClr val="bg1"/>
                </a:solidFill>
              </a:rPr>
              <a:t>presentaciones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tecnológicas</a:t>
            </a:r>
            <a:endParaRPr dirty="0">
              <a:solidFill>
                <a:schemeClr val="bg1"/>
              </a:solidFill>
            </a:endParaRPr>
          </a:p>
          <a:p>
            <a:pPr lvl="0"/>
            <a:r>
              <a:rPr dirty="0">
                <a:solidFill>
                  <a:schemeClr val="bg1"/>
                </a:solidFill>
              </a:rPr>
              <a:t>Alta </a:t>
            </a:r>
            <a:r>
              <a:rPr dirty="0" err="1">
                <a:solidFill>
                  <a:schemeClr val="bg1"/>
                </a:solidFill>
              </a:rPr>
              <a:t>legibilidad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 err="1">
                <a:solidFill>
                  <a:schemeClr val="bg1"/>
                </a:solidFill>
              </a:rPr>
              <a:t>Características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 err="1">
                <a:solidFill>
                  <a:schemeClr val="bg1"/>
                </a:solidFill>
              </a:rPr>
              <a:t>Texto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blanco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sobre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fondo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oscuro</a:t>
            </a:r>
            <a:endParaRPr dirty="0">
              <a:solidFill>
                <a:schemeClr val="bg1"/>
              </a:solidFill>
            </a:endParaRPr>
          </a:p>
          <a:p>
            <a:pPr lvl="0"/>
            <a:r>
              <a:rPr dirty="0" err="1">
                <a:solidFill>
                  <a:schemeClr val="bg1"/>
                </a:solidFill>
              </a:rPr>
              <a:t>Énfasis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en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el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contenido</a:t>
            </a:r>
            <a:endParaRPr dirty="0">
              <a:solidFill>
                <a:schemeClr val="bg1"/>
              </a:solidFill>
            </a:endParaRPr>
          </a:p>
          <a:p>
            <a:pPr lvl="0"/>
            <a:r>
              <a:rPr dirty="0">
                <a:solidFill>
                  <a:schemeClr val="bg1"/>
                </a:solidFill>
              </a:rPr>
              <a:t>Estilo </a:t>
            </a:r>
            <a:r>
              <a:rPr dirty="0" err="1">
                <a:solidFill>
                  <a:schemeClr val="bg1"/>
                </a:solidFill>
              </a:rPr>
              <a:t>minimalista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sta">
  <a:themeElements>
    <a:clrScheme name="Escala de grises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Vista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sta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TM03457515[[fn=Vista]]</Template>
  <TotalTime>0</TotalTime>
  <Words>29</Words>
  <Application>Microsoft Office PowerPoint</Application>
  <PresentationFormat>Presentación en pantalla (16:9)</PresentationFormat>
  <Paragraphs>10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Century Schoolbook</vt:lpstr>
      <vt:lpstr>Wingdings 2</vt:lpstr>
      <vt:lpstr>Vista</vt:lpstr>
      <vt:lpstr>Modern Dark Template</vt:lpstr>
      <vt:lpstr>Bienvenida</vt:lpstr>
      <vt:lpstr>Características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Modern Dark Template</dc:title>
  <dc:creator/>
  <cp:keywords/>
  <cp:lastModifiedBy>fiona kuang</cp:lastModifiedBy>
  <cp:revision>3</cp:revision>
  <dcterms:created xsi:type="dcterms:W3CDTF">2025-11-06T10:17:45Z</dcterms:created>
  <dcterms:modified xsi:type="dcterms:W3CDTF">2025-11-06T23:20:40Z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Presentación con estilo oscuro</vt:lpwstr>
  </property>
</Properties>
</file>