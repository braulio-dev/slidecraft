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0" d="100"/>
          <a:sy n="100" d="100"/>
        </p:scale>
        <p:origin x="67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169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9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10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66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7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7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4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04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6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2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032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6298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18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3976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58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64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7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41EB5C9-1307-BA42-ABA2-0BC069CD8E7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351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Professional Blue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Plantilla empresarial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Professional Blue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Diseño corporativo</a:t>
            </a:r>
          </a:p>
          <a:p>
            <a:pPr lvl="0"/>
            <a:r>
              <a:t>Colores profesionales</a:t>
            </a:r>
          </a:p>
          <a:p>
            <a:pPr lvl="0"/>
            <a:r>
              <a:t>Presentaciones de negocios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Ventajas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Transmite confianza</a:t>
            </a:r>
          </a:p>
          <a:p>
            <a:pPr lvl="0"/>
            <a:r>
              <a:t>Aspecto limpio</a:t>
            </a:r>
          </a:p>
          <a:p>
            <a:pPr lvl="0"/>
            <a:r>
              <a:t>Fácil de leer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TM02900771[[fn=Segmento]]</Template>
  <TotalTime>0</TotalTime>
  <Words>22</Words>
  <Application>Microsoft Office PowerPoint</Application>
  <PresentationFormat>Presentación en pantalla (16:9)</PresentationFormat>
  <Paragraphs>11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Century Gothic</vt:lpstr>
      <vt:lpstr>Wingdings 3</vt:lpstr>
      <vt:lpstr>Sector</vt:lpstr>
      <vt:lpstr>Professional Blue</vt:lpstr>
      <vt:lpstr>Professional Blue</vt:lpstr>
      <vt:lpstr>Introducción</vt:lpstr>
      <vt:lpstr>Ventajas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Blue</dc:title>
  <dc:creator/>
  <cp:keywords/>
  <cp:lastModifiedBy>fiona kuang</cp:lastModifiedBy>
  <cp:revision>1</cp:revision>
  <dcterms:created xsi:type="dcterms:W3CDTF">2025-11-06T10:17:45Z</dcterms:created>
  <dcterms:modified xsi:type="dcterms:W3CDTF">2025-11-06T10:24:37Z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Plantilla empresarial</vt:lpwstr>
  </property>
</Properties>
</file>