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8" r:id="rId3"/>
    <p:sldId id="259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3600450"/>
            <a:ext cx="7063740" cy="1268730"/>
          </a:xfrm>
        </p:spPr>
        <p:txBody>
          <a:bodyPr>
            <a:normAutofit/>
          </a:bodyPr>
          <a:lstStyle>
            <a:lvl1pPr marL="0" indent="0" algn="l">
              <a:buNone/>
              <a:defRPr sz="1650" baseline="0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843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28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5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3600450"/>
            <a:ext cx="7063740" cy="1268730"/>
          </a:xfrm>
        </p:spPr>
        <p:txBody>
          <a:bodyPr anchor="t">
            <a:normAutofit/>
          </a:bodyPr>
          <a:lstStyle>
            <a:lvl1pPr marL="0" indent="0">
              <a:buNone/>
              <a:defRPr sz="16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0562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02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94860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500"/>
              </a:spcBef>
              <a:buFontTx/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67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9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4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400300" cy="1200148"/>
          </a:xfrm>
        </p:spPr>
        <p:txBody>
          <a:bodyPr anchor="b">
            <a:normAutofit/>
          </a:bodyPr>
          <a:lstStyle>
            <a:lvl1pPr>
              <a:defRPr sz="2400" b="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514350"/>
            <a:ext cx="4559300" cy="411480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74801"/>
            <a:ext cx="2400300" cy="28575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600"/>
              </a:spcBef>
              <a:buNone/>
              <a:defRPr sz="9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80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29050"/>
            <a:ext cx="8469630" cy="13144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943350"/>
            <a:ext cx="7486650" cy="685800"/>
          </a:xfrm>
        </p:spPr>
        <p:txBody>
          <a:bodyPr anchor="b">
            <a:normAutofit/>
          </a:bodyPr>
          <a:lstStyle>
            <a:lvl1pPr>
              <a:defRPr sz="2100" b="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3846692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581442"/>
            <a:ext cx="7486650" cy="447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975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20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9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285750"/>
            <a:ext cx="1857375" cy="4423172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85750"/>
            <a:ext cx="5800725" cy="4423172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2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371600"/>
            <a:ext cx="644652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8098157" y="748903"/>
            <a:ext cx="14287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469506" y="3034903"/>
            <a:ext cx="2686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7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052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spc="-38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1050"/>
        </a:spcBef>
        <a:spcAft>
          <a:spcPts val="150"/>
        </a:spcAft>
        <a:buClr>
          <a:schemeClr val="accent1"/>
        </a:buClr>
        <a:buSzPct val="80000"/>
        <a:buFont typeface="Arial" pitchFamily="34" charset="0"/>
        <a:buChar char="•"/>
        <a:defRPr sz="1350" kern="1200" spc="8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Modern Dark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Presentación con estilo oscuro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>
                <a:solidFill>
                  <a:schemeClr val="bg1"/>
                </a:solidFill>
              </a:rPr>
              <a:t>Bienvenida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 err="1">
                <a:solidFill>
                  <a:schemeClr val="bg1"/>
                </a:solidFill>
              </a:rPr>
              <a:t>Diseño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oscuro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profesional</a:t>
            </a:r>
            <a:endParaRPr dirty="0">
              <a:solidFill>
                <a:schemeClr val="bg1"/>
              </a:solidFill>
            </a:endParaRPr>
          </a:p>
          <a:p>
            <a:pPr lvl="0"/>
            <a:r>
              <a:rPr dirty="0">
                <a:solidFill>
                  <a:schemeClr val="bg1"/>
                </a:solidFill>
              </a:rPr>
              <a:t>Ideal para </a:t>
            </a:r>
            <a:r>
              <a:rPr dirty="0" err="1">
                <a:solidFill>
                  <a:schemeClr val="bg1"/>
                </a:solidFill>
              </a:rPr>
              <a:t>presentaciones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tecnológicas</a:t>
            </a:r>
            <a:endParaRPr dirty="0">
              <a:solidFill>
                <a:schemeClr val="bg1"/>
              </a:solidFill>
            </a:endParaRPr>
          </a:p>
          <a:p>
            <a:pPr lvl="0"/>
            <a:r>
              <a:rPr dirty="0">
                <a:solidFill>
                  <a:schemeClr val="bg1"/>
                </a:solidFill>
              </a:rPr>
              <a:t>Alta </a:t>
            </a:r>
            <a:r>
              <a:rPr dirty="0" err="1">
                <a:solidFill>
                  <a:schemeClr val="bg1"/>
                </a:solidFill>
              </a:rPr>
              <a:t>legibilidad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>
                <a:solidFill>
                  <a:schemeClr val="bg1"/>
                </a:solidFill>
              </a:rPr>
              <a:t>Características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 err="1">
                <a:solidFill>
                  <a:schemeClr val="bg1"/>
                </a:solidFill>
              </a:rPr>
              <a:t>Texto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blanco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sobre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fondo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oscuro</a:t>
            </a:r>
            <a:endParaRPr dirty="0">
              <a:solidFill>
                <a:schemeClr val="bg1"/>
              </a:solidFill>
            </a:endParaRPr>
          </a:p>
          <a:p>
            <a:pPr lvl="0"/>
            <a:r>
              <a:rPr dirty="0" err="1">
                <a:solidFill>
                  <a:schemeClr val="bg1"/>
                </a:solidFill>
              </a:rPr>
              <a:t>Énfasis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el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contenido</a:t>
            </a:r>
            <a:endParaRPr dirty="0">
              <a:solidFill>
                <a:schemeClr val="bg1"/>
              </a:solidFill>
            </a:endParaRPr>
          </a:p>
          <a:p>
            <a:pPr lvl="0"/>
            <a:r>
              <a:rPr dirty="0">
                <a:solidFill>
                  <a:schemeClr val="bg1"/>
                </a:solidFill>
              </a:rPr>
              <a:t>Estilo </a:t>
            </a:r>
            <a:r>
              <a:rPr dirty="0" err="1">
                <a:solidFill>
                  <a:schemeClr val="bg1"/>
                </a:solidFill>
              </a:rPr>
              <a:t>minimalista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</Words>
  <Application>Microsoft Office PowerPoint</Application>
  <PresentationFormat>Presentación en pantalla (16:9)</PresentationFormat>
  <Paragraphs>10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Century Schoolbook</vt:lpstr>
      <vt:lpstr>Wingdings 2</vt:lpstr>
      <vt:lpstr>Vista</vt:lpstr>
      <vt:lpstr>Modern Dark Template</vt:lpstr>
      <vt:lpstr>Bienvenida</vt:lpstr>
      <vt:lpstr>Características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Dark Template</dc:title>
  <dc:creator/>
  <cp:keywords/>
  <cp:lastModifiedBy>fiona kuang</cp:lastModifiedBy>
  <cp:revision>4</cp:revision>
  <dcterms:created xsi:type="dcterms:W3CDTF">2025-11-06T10:17:45Z</dcterms:created>
  <dcterms:modified xsi:type="dcterms:W3CDTF">2025-11-06T23:34:04Z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Presentación con estilo oscuro</vt:lpwstr>
  </property>
</Properties>
</file>