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4972"/>
    <p:restoredTop sz="94660"/>
  </p:normalViewPr>
  <p:slideViewPr>
    <p:cSldViewPr snapToGrid="0">
      <p:cViewPr varScale="1">
        <p:scale>
          <a:sx d="100" n="61"/>
          <a:sy d="100" n="61"/>
        </p:scale>
        <p:origin x="504" y="58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Relationship Id="rId7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443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47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74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6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61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4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20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7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93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179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491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788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5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20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01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85628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B2E0952-7DE2-4A95-9556-38C9D27C1CE5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i="0" sz="100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C8172C7-4A66-4E8E-9104-4A584DFB7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784532"/>
      </p:ext>
    </p:extLst>
  </p:cSld>
  <p:clrMap accent1="accent1" accent2="accent2" accent3="accent3" accent4="accent4" accent5="accent5" accent6="accent6" bg1="dk1" bg2="dk2" folHlink="folHlink" hlink="hlink" tx1="lt1" tx2="lt2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eaLnBrk="1" hangingPunct="1" latinLnBrk="0" rtl="0">
        <a:spcBef>
          <a:spcPct val="0"/>
        </a:spcBef>
        <a:buNone/>
        <a:defRPr cap="all" kern="1200" sz="3600">
          <a:ln cmpd="sng" w="3175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algn="l" defTabSz="457200" eaLnBrk="1" hangingPunct="1" indent="-285750" latinLnBrk="0" marL="2857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8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6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algn="l" defTabSz="457200" eaLnBrk="1" hangingPunct="1" indent="-285750" latinLnBrk="0" marL="12001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4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algn="l" defTabSz="457200" eaLnBrk="1" hangingPunct="1" indent="-171450" latinLnBrk="0" marL="15430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algn="l" defTabSz="457200" eaLnBrk="1" hangingPunct="1" indent="-171450" latinLnBrk="0" marL="200025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cap="none" kern="1200" sz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Pórtatiles de Computadora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portabilidad es una característica clave de las pórtatiles, ya que están diseñadas para ser transportables y funcionales en cualquier lugar.</a:t>
            </a:r>
          </a:p>
          <a:p>
            <a:pPr lvl="0"/>
            <a:r>
              <a:rPr/>
              <a:t>Peso ligero y resistente al impacto, lo que permite llevarlas con facilidad.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Componentes Básicos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Procesador: El corazón de la computadora, responsable de realizar operaciones aritméticas y lógicas.</a:t>
            </a:r>
          </a:p>
          <a:p>
            <a:pPr lvl="0"/>
            <a:r>
              <a:rPr/>
              <a:t>Memoria RAM: Almacena datos en uso para que el procesador pueda acceder a ellos rápidamente.</a:t>
            </a:r>
          </a:p>
          <a:p>
            <a:pPr lvl="0"/>
            <a:r>
              <a:rPr/>
              <a:t>Unidad de Estado Sólido (SSD): Almacenamiento rápido y confiable para los sistemas operativos y aplicaciones.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Pantallas y Teclados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Pantallas táctiles: Permiten interactuar con la computadora mediante gestos y toques.</a:t>
            </a:r>
          </a:p>
          <a:p>
            <a:pPr lvl="0"/>
            <a:r>
              <a:rPr/>
              <a:t>Teclados portátiles: Diseñados para facilitar el trabajo en el campo o en entornos donde no se requiere una superficie grande.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Conectividad y Redes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Conectividad Wi-Fi: Permite a las pórtatiles conectarse a redes inalámbricas sin cables.</a:t>
            </a:r>
          </a:p>
          <a:p>
            <a:pPr lvl="0"/>
            <a:r>
              <a:rPr/>
              <a:t>Puertos USB y otros: Ofrecen una variedad de opciones para conectar dispositivos externos y transferir datos.</a:t>
            </a:r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Celestial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2025-11-06T02:21:44Z</dcterms:created>
  <dcterms:modified xsi:type="dcterms:W3CDTF">2025-11-06T02:21:44Z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