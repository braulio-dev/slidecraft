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4" Type="http://schemas.openxmlformats.org/officeDocument/2006/relationships/viewProps" Target="viewProps.xml" /><Relationship Id="rId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6" Type="http://schemas.openxmlformats.org/officeDocument/2006/relationships/tableStyles" Target="tableStyles.xml" /><Relationship Id="rId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<p:sld xmlns:a="http://schemas.openxmlformats.org/drawingml/2006/main" xmlns:r="http://schemas.openxmlformats.org/officeDocument/2006/relationships" xmlns:p="http://schemas.openxmlformats.org/presentationml/2006/main"><p:cSld><p:spTree><p:nvGrpSpPr><p:cNvPr id="1" name="" /><p:cNvGrpSpPr /><p:nvPr /></p:nvGrpSpPr><p:grpSpPr><a:xfrm><a:off x="0" y="0" /><a:ext cx="0" cy="0" /><a:chOff x="0" y="0" /><a:chExt cx="0" cy="0" /></a:xfrm></p:grpSpPr><p:sp><p:nvSpPr><p:cNvPr id="3" name="Content Placeholder 2" /><p:cNvSpPr><a:spLocks noGrp="1" /></p:cNvSpPr><p:nvPr><p:ph idx="1" /></p:nvPr></p:nvSpPr><p:spPr /><p:txBody><a:bodyPr /><a:lstStyle /><a:p><a:pPr lvl="0" indent="0" marL="0"><a:buNone /></a:pPr><a:r><a:rPr /><a:t>ÿþ </a:t></a:r></a:p></p:txBody></p:sp></p:spTree></p:cSld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2025-11-06T09:13:52Z</dcterms:created>
  <dcterms:modified xsi:type="dcterms:W3CDTF">2025-11-06T09:13:52Z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