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72"/>
    <p:restoredTop sz="94660"/>
  </p:normalViewPr>
  <p:slideViewPr>
    <p:cSldViewPr snapToGrid="0">
      <p:cViewPr varScale="1">
        <p:scale>
          <a:sx d="100" n="61"/>
          <a:sy d="100" n="61"/>
        </p:scale>
        <p:origin x="504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Relationship Id="rId8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3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2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1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628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84532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8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6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4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our sample presentation using a custom PowerPoint template.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Agenda</a:t>
            </a:r>
          </a:p>
          <a:p>
            <a:pPr lvl="0"/>
            <a:r>
              <a:rPr/>
              <a:t>Introduction</a:t>
            </a:r>
          </a:p>
          <a:p>
            <a:pPr lvl="0"/>
            <a:r>
              <a:rPr/>
              <a:t>The Power of Communication</a:t>
            </a:r>
          </a:p>
          <a:p>
            <a:pPr lvl="0"/>
            <a:r>
              <a:rPr/>
              <a:t>Overcoming Nervousness</a:t>
            </a:r>
          </a:p>
          <a:p>
            <a:pPr lvl="0"/>
            <a:r>
              <a:rPr/>
              <a:t>Conclusion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Power of Communication</a:t>
            </a:r>
          </a:p>
          <a:p>
            <a:pPr lvl="0" indent="0" marL="0">
              <a:buNone/>
            </a:pPr>
            <a:r>
              <a:rPr/>
              <a:t>Communication shapes how we connect with others and express ideas clearly.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Overcoming Nervousness</a:t>
            </a:r>
          </a:p>
          <a:p>
            <a:pPr lvl="0" indent="0" marL="0">
              <a:buNone/>
            </a:pPr>
            <a:r>
              <a:rPr/>
              <a:t>Practical tips:</a:t>
            </a:r>
          </a:p>
          <a:p>
            <a:pPr lvl="0" indent="-457200" marL="457200">
              <a:buAutoNum type="arabicPeriod"/>
            </a:pPr>
            <a:r>
              <a:rPr/>
              <a:t>Breathe deeply.</a:t>
            </a:r>
          </a:p>
          <a:p>
            <a:pPr lvl="0" indent="-457200" marL="457200">
              <a:buAutoNum type="arabicPeriod"/>
            </a:pPr>
            <a:r>
              <a:rPr/>
              <a:t>Prepare your key points.</a:t>
            </a:r>
          </a:p>
          <a:p>
            <a:pPr lvl="0" indent="-457200" marL="457200">
              <a:buAutoNum type="arabicPeriod"/>
            </a:pPr>
            <a:r>
              <a:rPr/>
              <a:t>Focus on your message, not fear.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Thank You</a:t>
            </a:r>
          </a:p>
          <a:p>
            <a:pPr lvl="0" indent="0" marL="0">
              <a:buNone/>
            </a:pPr>
            <a:r>
              <a:rPr/>
              <a:t>This concludes the presentation!</a:t>
            </a:r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2025-11-03T23:45:49Z</dcterms:created>
  <dcterms:modified xsi:type="dcterms:W3CDTF">2025-11-03T23:45:49Z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