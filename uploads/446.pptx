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Slide: Resumen y Acciones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Recomendaciones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Aquí se resumen los puntos clave:</a:t>
            </a:r>
          </a:p>
          <a:p>
            <a:pPr lvl="1"/>
            <a:r>
              <a:rPr/>
              <a:t>Punto principal 1.</a:t>
            </a:r>
          </a:p>
          <a:p>
            <a:pPr lvl="1"/>
            <a:r>
              <a:rPr/>
              <a:t>Punto principal 2, con subpuntos si es necesario.</a:t>
            </a:r>
          </a:p>
          <a:p>
            <a:pPr lvl="0"/>
            <a:r>
              <a:rPr b="1"/>
              <a:t>Acciones sugeridas</a:t>
            </a:r>
            <a:r>
              <a:rPr/>
              <a:t>:</a:t>
            </a:r>
          </a:p>
          <a:p>
            <a:pPr lvl="1"/>
            <a:r>
              <a:rPr/>
              <a:t>Ajustar la estrategia según las necesidades específicas de cada proyecto.</a:t>
            </a:r>
          </a:p>
          <a:p>
            <a:pPr lvl="1"/>
            <a:r>
              <a:rPr/>
              <a:t>Mantener una comunicación clara y abierta con el equipo.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2025-11-04T00:46:12Z</dcterms:created>
  <dcterms:modified xsi:type="dcterms:W3CDTF">2025-11-04T00:46:12Z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