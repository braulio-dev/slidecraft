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package/2006/relationships/metadata/extended-properties" Target="docProps/app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7" r:id="rId2"/>
    <p:sldId id="258" r:id="rId3"/>
    <p:sldId id="259" r:id="rId4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43" autoAdjust="0"/>
    <p:restoredTop sz="94694" autoAdjust="0"/>
  </p:normalViewPr>
  <p:slideViewPr>
    <p:cSldViewPr snapToGrid="0" snapToObjects="1">
      <p:cViewPr varScale="1">
        <p:scale>
          <a:sx n="103" d="100"/>
          <a:sy n="103" d="100"/>
        </p:scale>
        <p:origin x="154" y="77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34900" y="2314324"/>
            <a:ext cx="8447150" cy="24786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MX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35894" y="765324"/>
            <a:ext cx="8245162" cy="1106260"/>
          </a:xfrm>
          <a:effectLst/>
        </p:spPr>
        <p:txBody>
          <a:bodyPr anchor="b">
            <a:normAutofit/>
          </a:bodyPr>
          <a:lstStyle>
            <a:lvl1pPr>
              <a:defRPr sz="2700">
                <a:solidFill>
                  <a:schemeClr val="accent1"/>
                </a:solidFill>
              </a:defRPr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35895" y="1871584"/>
            <a:ext cx="8245160" cy="442741"/>
          </a:xfrm>
        </p:spPr>
        <p:txBody>
          <a:bodyPr anchor="t">
            <a:normAutofit/>
          </a:bodyPr>
          <a:lstStyle>
            <a:lvl1pPr marL="0" indent="0" algn="l">
              <a:buNone/>
              <a:defRPr sz="1200" cap="all">
                <a:solidFill>
                  <a:schemeClr val="accent2"/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MX"/>
              <a:t>Haz clic para editar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704463" y="4467103"/>
            <a:ext cx="2133600" cy="273844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5894" y="4463859"/>
            <a:ext cx="5187908" cy="273844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918725" y="4467103"/>
            <a:ext cx="762330" cy="273844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54407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330214" y="460805"/>
            <a:ext cx="8482004" cy="891974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5894" y="526617"/>
            <a:ext cx="8272212" cy="760350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35895" y="1635373"/>
            <a:ext cx="8272211" cy="2758727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918725" y="4467103"/>
            <a:ext cx="789381" cy="273844"/>
          </a:xfrm>
        </p:spPr>
        <p:txBody>
          <a:bodyPr/>
          <a:lstStyle/>
          <a:p>
            <a:fld id="{C5EF2332-01BF-834F-8236-50238282D53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82663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335863" y="3856481"/>
            <a:ext cx="8468145" cy="94412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MX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5895" y="2282933"/>
            <a:ext cx="8272211" cy="1123130"/>
          </a:xfrm>
        </p:spPr>
        <p:txBody>
          <a:bodyPr anchor="b">
            <a:normAutofit/>
          </a:bodyPr>
          <a:lstStyle>
            <a:lvl1pPr algn="l">
              <a:defRPr sz="2700" b="0" cap="all">
                <a:solidFill>
                  <a:schemeClr val="bg1"/>
                </a:solidFill>
              </a:defRPr>
            </a:lvl1pPr>
          </a:lstStyle>
          <a:p>
            <a:r>
              <a:rPr lang="es-MX" dirty="0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35895" y="3406063"/>
            <a:ext cx="8272211" cy="450417"/>
          </a:xfrm>
        </p:spPr>
        <p:txBody>
          <a:bodyPr anchor="t">
            <a:normAutofit/>
          </a:bodyPr>
          <a:lstStyle>
            <a:lvl1pPr marL="0" indent="0" algn="l">
              <a:buNone/>
              <a:defRPr sz="1350" cap="all">
                <a:solidFill>
                  <a:schemeClr val="bg1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41EB5C9-1307-BA42-ABA2-0BC069CD8E7F}" type="datetimeFigureOut">
              <a:rPr lang="en-US" smtClean="0"/>
              <a:pPr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>
              <a:solidFill>
                <a:schemeClr val="bg1"/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5EF2332-01BF-834F-8236-50238282D533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82247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334487" y="454916"/>
            <a:ext cx="8475027" cy="94412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5895" y="547244"/>
            <a:ext cx="8272212" cy="741249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35895" y="1671003"/>
            <a:ext cx="4066793" cy="2724785"/>
          </a:xfrm>
        </p:spPr>
        <p:txBody>
          <a:bodyPr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1313" y="1671003"/>
            <a:ext cx="4066794" cy="2724785"/>
          </a:xfrm>
        </p:spPr>
        <p:txBody>
          <a:bodyPr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22615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334487" y="454916"/>
            <a:ext cx="8475027" cy="94412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435895" y="547244"/>
            <a:ext cx="8272212" cy="741249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5415" y="1688169"/>
            <a:ext cx="3815306" cy="402004"/>
          </a:xfrm>
        </p:spPr>
        <p:txBody>
          <a:bodyPr anchor="b">
            <a:noAutofit/>
          </a:bodyPr>
          <a:lstStyle>
            <a:lvl1pPr marL="0" indent="0">
              <a:buNone/>
              <a:defRPr sz="1650" b="0">
                <a:solidFill>
                  <a:schemeClr val="accent2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35896" y="2194540"/>
            <a:ext cx="4044825" cy="2201249"/>
          </a:xfrm>
        </p:spPr>
        <p:txBody>
          <a:bodyPr anchor="t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92802" y="1688169"/>
            <a:ext cx="3815305" cy="415030"/>
          </a:xfrm>
        </p:spPr>
        <p:txBody>
          <a:bodyPr anchor="b">
            <a:noAutofit/>
          </a:bodyPr>
          <a:lstStyle>
            <a:lvl1pPr marL="0" indent="0">
              <a:buNone/>
              <a:defRPr sz="1650" b="0">
                <a:solidFill>
                  <a:schemeClr val="accent2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63282" y="2194540"/>
            <a:ext cx="4044825" cy="2201249"/>
          </a:xfrm>
        </p:spPr>
        <p:txBody>
          <a:bodyPr anchor="t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85529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330512" y="454916"/>
            <a:ext cx="8475027" cy="94412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431921" y="547244"/>
            <a:ext cx="8272212" cy="741249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63788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60711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335863" y="3856480"/>
            <a:ext cx="8473650" cy="9560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5894" y="3946722"/>
            <a:ext cx="3682084" cy="517136"/>
          </a:xfrm>
        </p:spPr>
        <p:txBody>
          <a:bodyPr anchor="ctr"/>
          <a:lstStyle>
            <a:lvl1pPr algn="l">
              <a:defRPr sz="15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5862" y="450900"/>
            <a:ext cx="8469630" cy="3153600"/>
          </a:xfrm>
        </p:spPr>
        <p:txBody>
          <a:bodyPr anchor="ctr">
            <a:normAutofit/>
          </a:bodyPr>
          <a:lstStyle>
            <a:lvl1pPr>
              <a:defRPr sz="1500">
                <a:solidFill>
                  <a:schemeClr val="tx2"/>
                </a:solidFill>
              </a:defRPr>
            </a:lvl1pPr>
            <a:lvl2pPr>
              <a:defRPr sz="1350">
                <a:solidFill>
                  <a:schemeClr val="tx2"/>
                </a:solidFill>
              </a:defRPr>
            </a:lvl2pPr>
            <a:lvl3pPr>
              <a:defRPr sz="1200">
                <a:solidFill>
                  <a:schemeClr val="tx2"/>
                </a:solidFill>
              </a:defRPr>
            </a:lvl3pPr>
            <a:lvl4pPr>
              <a:defRPr sz="1050">
                <a:solidFill>
                  <a:schemeClr val="tx2"/>
                </a:solidFill>
              </a:defRPr>
            </a:lvl4pPr>
            <a:lvl5pPr>
              <a:defRPr sz="1050">
                <a:solidFill>
                  <a:schemeClr val="tx2"/>
                </a:solidFill>
              </a:defRPr>
            </a:lvl5pPr>
            <a:lvl6pPr>
              <a:defRPr sz="1050">
                <a:solidFill>
                  <a:schemeClr val="tx2"/>
                </a:solidFill>
              </a:defRPr>
            </a:lvl6pPr>
            <a:lvl7pPr>
              <a:defRPr sz="1050">
                <a:solidFill>
                  <a:schemeClr val="tx2"/>
                </a:solidFill>
              </a:defRPr>
            </a:lvl7pPr>
            <a:lvl8pPr>
              <a:defRPr sz="1050">
                <a:solidFill>
                  <a:schemeClr val="tx2"/>
                </a:solidFill>
              </a:defRPr>
            </a:lvl8pPr>
            <a:lvl9pPr>
              <a:defRPr sz="1050">
                <a:solidFill>
                  <a:schemeClr val="tx2"/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305618" y="3946723"/>
            <a:ext cx="4402490" cy="517136"/>
          </a:xfrm>
        </p:spPr>
        <p:txBody>
          <a:bodyPr anchor="ctr">
            <a:normAutofit/>
          </a:bodyPr>
          <a:lstStyle>
            <a:lvl1pPr marL="0" indent="0" algn="r">
              <a:buNone/>
              <a:defRPr sz="825">
                <a:solidFill>
                  <a:schemeClr val="bg1"/>
                </a:solidFill>
              </a:defRPr>
            </a:lvl1pPr>
            <a:lvl2pPr marL="342900" indent="0">
              <a:buNone/>
              <a:defRPr sz="825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23666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5895" y="3520042"/>
            <a:ext cx="8272212" cy="425054"/>
          </a:xfrm>
        </p:spPr>
        <p:txBody>
          <a:bodyPr anchor="b">
            <a:normAutofit/>
          </a:bodyPr>
          <a:lstStyle>
            <a:lvl1pPr algn="l">
              <a:defRPr sz="1800" b="0">
                <a:solidFill>
                  <a:schemeClr val="accent1"/>
                </a:solidFill>
              </a:defRPr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35863" y="449794"/>
            <a:ext cx="8468144" cy="266793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35894" y="3945096"/>
            <a:ext cx="8272213" cy="449003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96922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330214" y="460805"/>
            <a:ext cx="8482004" cy="891974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435894" y="526617"/>
            <a:ext cx="8272212" cy="760350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52042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6629401" y="449794"/>
            <a:ext cx="2180113" cy="4362713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1" y="506795"/>
            <a:ext cx="1503123" cy="3887305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81193" y="506795"/>
            <a:ext cx="5922209" cy="3887305"/>
          </a:xfrm>
        </p:spPr>
        <p:txBody>
          <a:bodyPr vert="eaVert" anchor="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745255" y="4467103"/>
            <a:ext cx="996106" cy="273844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3" y="4463859"/>
            <a:ext cx="5922209" cy="273844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834962" y="4467103"/>
            <a:ext cx="873146" cy="273844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86597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35894" y="528843"/>
            <a:ext cx="8272212" cy="89216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35894" y="1752002"/>
            <a:ext cx="8272212" cy="26420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704464" y="4467103"/>
            <a:ext cx="2133599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75">
                <a:solidFill>
                  <a:schemeClr val="accent2"/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35894" y="4463859"/>
            <a:ext cx="5187908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75" cap="all">
                <a:solidFill>
                  <a:schemeClr val="accent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918725" y="4467103"/>
            <a:ext cx="789383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75">
                <a:solidFill>
                  <a:schemeClr val="accent2"/>
                </a:solidFill>
              </a:defRPr>
            </a:lvl1pPr>
          </a:lstStyle>
          <a:p>
            <a:fld id="{C5EF2332-01BF-834F-8236-50238282D533}" type="slidenum">
              <a:rPr lang="en-US" smtClean="0"/>
              <a:t>‹Nº›</a:t>
            </a:fld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334901" y="342900"/>
            <a:ext cx="2777490" cy="7124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MX"/>
          </a:p>
        </p:txBody>
      </p:sp>
      <p:sp>
        <p:nvSpPr>
          <p:cNvPr id="10" name="Rectangle 9"/>
          <p:cNvSpPr/>
          <p:nvPr/>
        </p:nvSpPr>
        <p:spPr>
          <a:xfrm>
            <a:off x="6031610" y="340232"/>
            <a:ext cx="2777490" cy="73916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MX"/>
          </a:p>
        </p:txBody>
      </p:sp>
      <p:sp>
        <p:nvSpPr>
          <p:cNvPr id="11" name="Rectangle 10"/>
          <p:cNvSpPr/>
          <p:nvPr/>
        </p:nvSpPr>
        <p:spPr>
          <a:xfrm>
            <a:off x="3181373" y="342900"/>
            <a:ext cx="2777490" cy="6858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7085021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342900" rtl="0" eaLnBrk="1" latinLnBrk="0" hangingPunct="1">
        <a:spcBef>
          <a:spcPct val="0"/>
        </a:spcBef>
        <a:buNone/>
        <a:defRPr sz="21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29500" indent="-229500" algn="l" defTabSz="342900" rtl="0" eaLnBrk="1" latinLnBrk="0" hangingPunct="1">
        <a:spcBef>
          <a:spcPct val="20000"/>
        </a:spcBef>
        <a:spcAft>
          <a:spcPts val="45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350" kern="1200">
          <a:solidFill>
            <a:schemeClr val="tx2"/>
          </a:solidFill>
          <a:latin typeface="+mn-lt"/>
          <a:ea typeface="+mn-ea"/>
          <a:cs typeface="+mn-cs"/>
        </a:defRPr>
      </a:lvl1pPr>
      <a:lvl2pPr marL="472500" indent="-229500" algn="l" defTabSz="342900" rtl="0" eaLnBrk="1" latinLnBrk="0" hangingPunct="1">
        <a:spcBef>
          <a:spcPct val="20000"/>
        </a:spcBef>
        <a:spcAft>
          <a:spcPts val="45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2pPr>
      <a:lvl3pPr marL="675000" indent="-202500" algn="l" defTabSz="342900" rtl="0" eaLnBrk="1" latinLnBrk="0" hangingPunct="1">
        <a:spcBef>
          <a:spcPct val="20000"/>
        </a:spcBef>
        <a:spcAft>
          <a:spcPts val="45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050" kern="1200">
          <a:solidFill>
            <a:schemeClr val="tx2"/>
          </a:solidFill>
          <a:latin typeface="+mn-lt"/>
          <a:ea typeface="+mn-ea"/>
          <a:cs typeface="+mn-cs"/>
        </a:defRPr>
      </a:lvl3pPr>
      <a:lvl4pPr marL="931500" indent="-175500" algn="l" defTabSz="342900" rtl="0" eaLnBrk="1" latinLnBrk="0" hangingPunct="1">
        <a:spcBef>
          <a:spcPct val="20000"/>
        </a:spcBef>
        <a:spcAft>
          <a:spcPts val="45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900" kern="1200">
          <a:solidFill>
            <a:schemeClr val="tx2"/>
          </a:solidFill>
          <a:latin typeface="+mn-lt"/>
          <a:ea typeface="+mn-ea"/>
          <a:cs typeface="+mn-cs"/>
        </a:defRPr>
      </a:lvl4pPr>
      <a:lvl5pPr marL="1201500" indent="-175500" algn="l" defTabSz="342900" rtl="0" eaLnBrk="1" latinLnBrk="0" hangingPunct="1">
        <a:spcBef>
          <a:spcPct val="20000"/>
        </a:spcBef>
        <a:spcAft>
          <a:spcPts val="45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900" kern="1200">
          <a:solidFill>
            <a:schemeClr val="tx2"/>
          </a:solidFill>
          <a:latin typeface="+mn-lt"/>
          <a:ea typeface="+mn-ea"/>
          <a:cs typeface="+mn-cs"/>
        </a:defRPr>
      </a:lvl5pPr>
      <a:lvl6pPr marL="142500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900" kern="1200">
          <a:solidFill>
            <a:schemeClr val="tx2"/>
          </a:solidFill>
          <a:latin typeface="+mn-lt"/>
          <a:ea typeface="+mn-ea"/>
          <a:cs typeface="+mn-cs"/>
        </a:defRPr>
      </a:lvl6pPr>
      <a:lvl7pPr marL="165000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900" kern="1200">
          <a:solidFill>
            <a:schemeClr val="tx2"/>
          </a:solidFill>
          <a:latin typeface="+mn-lt"/>
          <a:ea typeface="+mn-ea"/>
          <a:cs typeface="+mn-cs"/>
        </a:defRPr>
      </a:lvl7pPr>
      <a:lvl8pPr marL="187500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900" kern="1200">
          <a:solidFill>
            <a:schemeClr val="tx2"/>
          </a:solidFill>
          <a:latin typeface="+mn-lt"/>
          <a:ea typeface="+mn-ea"/>
          <a:cs typeface="+mn-cs"/>
        </a:defRPr>
      </a:lvl8pPr>
      <a:lvl9pPr marL="210000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9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Elegant Purple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s-MX"/>
              <a:t>Estilo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Colores sofisticados</a:t>
            </a:r>
          </a:p>
          <a:p>
            <a:pPr lvl="0"/>
            <a:r>
              <a:t>Diseño moderno</a:t>
            </a:r>
          </a:p>
          <a:p>
            <a:pPr lvl="0"/>
            <a:r>
              <a:t>Presentaciones creativas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Uso ideal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Eventos especiales</a:t>
            </a:r>
          </a:p>
          <a:p>
            <a:pPr lvl="0"/>
            <a:r>
              <a:t>Portfolios</a:t>
            </a:r>
          </a:p>
          <a:p>
            <a:pPr lvl="0"/>
            <a:r>
              <a:t>Presentaciones artísticas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ividendo">
  <a:themeElements>
    <a:clrScheme name="Violeta">
      <a:dk1>
        <a:sysClr val="windowText" lastClr="000000"/>
      </a:dk1>
      <a:lt1>
        <a:sysClr val="window" lastClr="FFFFFF"/>
      </a:lt1>
      <a:dk2>
        <a:srgbClr val="373545"/>
      </a:dk2>
      <a:lt2>
        <a:srgbClr val="DCD8DC"/>
      </a:lt2>
      <a:accent1>
        <a:srgbClr val="AD84C6"/>
      </a:accent1>
      <a:accent2>
        <a:srgbClr val="8784C7"/>
      </a:accent2>
      <a:accent3>
        <a:srgbClr val="5D739A"/>
      </a:accent3>
      <a:accent4>
        <a:srgbClr val="6997AF"/>
      </a:accent4>
      <a:accent5>
        <a:srgbClr val="84ACB6"/>
      </a:accent5>
      <a:accent6>
        <a:srgbClr val="6F8183"/>
      </a:accent6>
      <a:hlink>
        <a:srgbClr val="69A020"/>
      </a:hlink>
      <a:folHlink>
        <a:srgbClr val="8C8C8C"/>
      </a:folHlink>
    </a:clrScheme>
    <a:fontScheme name="Personalizado 1">
      <a:majorFont>
        <a:latin typeface="Gill Sans MT"/>
        <a:ea typeface=""/>
        <a:cs typeface=""/>
      </a:majorFont>
      <a:minorFont>
        <a:latin typeface="Gill Sans MT"/>
        <a:ea typeface=""/>
        <a:cs typeface=""/>
      </a:minorFont>
    </a:fontScheme>
    <a:fmtScheme name="Dividendo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C21699FF-00E4-43C8-BBCC-D7E5536C371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</TotalTime>
  <Words>16</Words>
  <Application>Microsoft Office PowerPoint</Application>
  <PresentationFormat>Presentación en pantalla (16:9)</PresentationFormat>
  <Paragraphs>9</Paragraphs>
  <Slides>3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</vt:i4>
      </vt:variant>
    </vt:vector>
  </HeadingPairs>
  <TitlesOfParts>
    <vt:vector size="6" baseType="lpstr">
      <vt:lpstr>Gill Sans MT</vt:lpstr>
      <vt:lpstr>Wingdings 2</vt:lpstr>
      <vt:lpstr>Dividendo</vt:lpstr>
      <vt:lpstr>Elegant Purple</vt:lpstr>
      <vt:lpstr>Estilo</vt:lpstr>
      <vt:lpstr>Uso ideal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Elegant Purple</dc:title>
  <dc:creator/>
  <cp:keywords/>
  <cp:lastModifiedBy>fiona kuang</cp:lastModifiedBy>
  <cp:revision>2</cp:revision>
  <dcterms:created xsi:type="dcterms:W3CDTF">2025-11-06T10:17:45Z</dcterms:created>
  <dcterms:modified xsi:type="dcterms:W3CDTF">2025-11-06T23:16:51Z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subtitle">
    <vt:lpwstr>Diseño elegante</vt:lpwstr>
  </property>
</Properties>
</file>