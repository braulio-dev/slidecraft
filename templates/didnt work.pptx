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61" d="100"/>
          <a:sy n="61" d="100"/>
        </p:scale>
        <p:origin x="5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491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25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9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0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6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2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5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3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06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11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789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868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613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74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1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056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8B57E-1B20-0CA5-3B40-071A2804B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9EFCD-8D32-6927-A8F7-F214682C6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Picture 3" descr="Colorful drops of water">
            <a:extLst>
              <a:ext uri="{FF2B5EF4-FFF2-40B4-BE49-F238E27FC236}">
                <a16:creationId xmlns:a16="http://schemas.microsoft.com/office/drawing/2014/main" id="{5D9D9CF7-99B8-5BB7-B6A1-90DBF8AE9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52" r="31516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7865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3F54-52C2-7838-0DF9-74980E48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0E508-AE49-4BAF-9BA6-E53049418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95FC-31E2-6E34-E12A-72504171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3BEC2-E986-ECA3-8471-EA03FD3A5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7136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t036082fernando pulido</dc:creator>
  <cp:lastModifiedBy>t036082fernando pulido</cp:lastModifiedBy>
  <cp:revision>1</cp:revision>
  <dcterms:created xsi:type="dcterms:W3CDTF">2025-11-03T23:34:12Z</dcterms:created>
  <dcterms:modified xsi:type="dcterms:W3CDTF">2025-11-03T23:36:10Z</dcterms:modified>
</cp:coreProperties>
</file>