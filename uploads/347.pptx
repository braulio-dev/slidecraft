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Introducción a Florence Nightingale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Fecha de nacimiento:</a:t>
            </a:r>
            <a:r>
              <a:rPr/>
              <a:t> 12 de mayo de 1820 en Florencia, Italia.</a:t>
            </a:r>
          </a:p>
          <a:p>
            <a:pPr lvl="0"/>
            <a:r>
              <a:rPr b="1"/>
              <a:t>Lugar de nacimiento:</a:t>
            </a:r>
            <a:r>
              <a:rPr/>
              <a:t> Casa de su familia en Firle, Inglaterra.</a:t>
            </a:r>
          </a:p>
          <a:p>
            <a:pPr lvl="0"/>
            <a:r>
              <a:rPr/>
              <a:t>Fue una enfermera y estadística pionera.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2: Educación y Formación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Estudió francés e italiano para mejorar sus habilidades lingüísticas.</a:t>
            </a:r>
          </a:p>
          <a:p>
            <a:pPr lvl="0"/>
            <a:r>
              <a:rPr/>
              <a:t>Aprendió cuidados médicos en la Escuela de Enfermeras en Kaiserswerth, Alemania.</a:t>
            </a:r>
          </a:p>
          <a:p>
            <a:pPr lvl="0"/>
            <a:r>
              <a:rPr/>
              <a:t>Fue influenciada por los ideales de la Reforma Protestante.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Servicio en la Guerra de Crimea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Participó en la Guerra de Crimea como enfermera voluntaria.</a:t>
            </a:r>
          </a:p>
          <a:p>
            <a:pPr lvl="0"/>
            <a:r>
              <a:rPr/>
              <a:t>Recopiló datos sobre las causas de las muertes en el ejército británico.</a:t>
            </a:r>
          </a:p>
          <a:p>
            <a:pPr lvl="0"/>
            <a:r>
              <a:rPr/>
              <a:t>Su informe, “Notas estadísticas sobre la salud de los soldados británicos durante la Guerra de Crimea”, sentó las bases para un nuevo enfoque en la higiene y la atención médica.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Contribuciones a la Enfermería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Mejoraron las condiciones de los hospitales militares</a:t>
            </a:r>
            <a:r>
              <a:rPr/>
              <a:t>: Implementó prácticas de higiene más estrictas, incluyendo ventanas con ventilación, piso limpio y suministro de agua potable.</a:t>
            </a:r>
          </a:p>
          <a:p>
            <a:pPr lvl="0"/>
            <a:r>
              <a:rPr b="1"/>
              <a:t>Desarrolló métodos estadísticos para evaluar la eficacia del cuidado médico</a:t>
            </a:r>
            <a:r>
              <a:rPr/>
              <a:t>.</a:t>
            </a:r>
          </a:p>
          <a:p>
            <a:pPr lvl="0"/>
            <a:r>
              <a:rPr b="1"/>
              <a:t>Promovió la importancia del papel de las enfermeras en la atención sanitaria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Legado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 trabajo sentó las bases para el profesionalismo y la ciencia en la práctica de la enfermería.</a:t>
            </a:r>
          </a:p>
          <a:p>
            <a:pPr lvl="0"/>
            <a:r>
              <a:rPr/>
              <a:t>Fue pionera en la recopilación y análisis de datos para mejorar los resultados de salud.</a:t>
            </a:r>
          </a:p>
          <a:p>
            <a:pPr lvl="0"/>
            <a:r>
              <a:rPr/>
              <a:t>Su legado continúa influyendo en la profesión de la enfermería hasta hoy.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2025-11-03T23:47:34Z</dcterms:created>
  <dcterms:modified xsi:type="dcterms:W3CDTF">2025-11-03T23:47:34Z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