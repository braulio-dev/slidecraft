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 puedo leer ni escribir archivos en tu sistema. Sin embargo, puedo generar un ejemplo de presentación en formato Markdown que se puede convertir a un archivo </a:t>
            </a:r>
            <a:r>
              <a:rPr>
                <a:latin typeface="Courier"/>
              </a:rPr>
              <a:t>.pptx</a:t>
            </a:r>
            <a:r>
              <a:rPr/>
              <a:t> utilizando Pandoc.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1: Título y Subtítulo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Título de la Presentación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Esta es una presentación generada con Markdown.</a:t>
            </a:r>
          </a:p>
          <a:p>
            <a:pPr lvl="0"/>
            <a:r>
              <a:rPr/>
              <a:t>Puede ser fácilmente editada y compartida.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Subtítulo Principal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Contenido relevante para el subtítulo principal.</a:t>
            </a:r>
          </a:p>
          <a:p>
            <a:pPr lvl="0"/>
            <a:r>
              <a:rPr/>
              <a:t>Pueden haber listas o párrafos aquí también.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2: Listas y Ejemplos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Utilidad de las Listas en Presentaciones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Las listas son una forma efectiva de presentar información organizada:</a:t>
            </a:r>
          </a:p>
          <a:p>
            <a:pPr lvl="1"/>
            <a:r>
              <a:rPr/>
              <a:t>Puntos para enumerar elementos</a:t>
            </a:r>
          </a:p>
          <a:p>
            <a:pPr lvl="1"/>
            <a:r>
              <a:rPr/>
              <a:t>Otra lista dentro de los puntos para mayor detalle</a:t>
            </a:r>
          </a:p>
          <a:p>
            <a:pPr lvl="0"/>
            <a:r>
              <a:rPr/>
              <a:t>Ejemplo de uso práctico: comparación de características de dos productos.</a:t>
            </a:r>
          </a:p>
          <a:p>
            <a:pPr lvl="0" indent="0" marL="0">
              <a:buNone/>
            </a:pPr>
            <a:r>
              <a:rPr/>
              <a:t>Esta es una forma básica de crear slides utilizando Markdown. Para convertir este formato a un archivo </a:t>
            </a:r>
            <a:r>
              <a:rPr>
                <a:latin typeface="Courier"/>
              </a:rPr>
              <a:t>.pptx</a:t>
            </a:r>
            <a:r>
              <a:rPr/>
              <a:t> que se pueda abrir en Microsoft PowerPoint o similar, asegúrate de tener instalado Pandoc y configurarlo para usar el template </a:t>
            </a:r>
            <a:r>
              <a:rPr>
                <a:latin typeface="Courier"/>
              </a:rPr>
              <a:t>../templates/template.pptx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2025-11-04T00:20:50Z</dcterms:created>
  <dcterms:modified xsi:type="dcterms:W3CDTF">2025-11-04T00:20:50Z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