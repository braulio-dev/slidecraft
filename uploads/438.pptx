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Slide: Imagen de Apoyo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Visualización de la 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Aquí se presenta una imagen relevante para nuestro tema: Imagen</a:t>
            </a:r>
          </a:p>
          <a:p>
            <a:pPr lvl="0"/>
            <a:r>
              <a:rPr/>
              <a:t>La imagen tiene como objetivo ilustrar el concepto que estamos discutiendo.</a:t>
            </a:r>
          </a:p>
          <a:p>
            <a:pPr lvl="0"/>
            <a:r>
              <a:rPr/>
              <a:t>Esperamos que la imagen ayude a hacer más comprensible el contenido.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2025-11-04T00:38:00Z</dcterms:created>
  <dcterms:modified xsi:type="dcterms:W3CDTF">2025-11-04T00:38:00Z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