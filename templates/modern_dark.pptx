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3" d="100"/>
          <a:sy n="103" d="100"/>
        </p:scale>
        <p:origin x="154" y="9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8843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528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05629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70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867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96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544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08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920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94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020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05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Modern Dark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Presentación con estilo oscuro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>
                <a:solidFill>
                  <a:schemeClr val="bg1"/>
                </a:solidFill>
              </a:rPr>
              <a:t>Bienvenida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 err="1">
                <a:solidFill>
                  <a:schemeClr val="bg1"/>
                </a:solidFill>
              </a:rPr>
              <a:t>Diseño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oscuro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profesional</a:t>
            </a:r>
            <a:endParaRPr dirty="0">
              <a:solidFill>
                <a:schemeClr val="bg1"/>
              </a:solidFill>
            </a:endParaRPr>
          </a:p>
          <a:p>
            <a:pPr lvl="0"/>
            <a:r>
              <a:rPr dirty="0">
                <a:solidFill>
                  <a:schemeClr val="bg1"/>
                </a:solidFill>
              </a:rPr>
              <a:t>Ideal para </a:t>
            </a:r>
            <a:r>
              <a:rPr dirty="0" err="1">
                <a:solidFill>
                  <a:schemeClr val="bg1"/>
                </a:solidFill>
              </a:rPr>
              <a:t>presentaciones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tecnológicas</a:t>
            </a:r>
            <a:endParaRPr dirty="0">
              <a:solidFill>
                <a:schemeClr val="bg1"/>
              </a:solidFill>
            </a:endParaRPr>
          </a:p>
          <a:p>
            <a:pPr lvl="0"/>
            <a:r>
              <a:rPr dirty="0">
                <a:solidFill>
                  <a:schemeClr val="bg1"/>
                </a:solidFill>
              </a:rPr>
              <a:t>Alta </a:t>
            </a:r>
            <a:r>
              <a:rPr dirty="0" err="1">
                <a:solidFill>
                  <a:schemeClr val="bg1"/>
                </a:solidFill>
              </a:rPr>
              <a:t>legibilidad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>
                <a:solidFill>
                  <a:schemeClr val="bg1"/>
                </a:solidFill>
              </a:rPr>
              <a:t>Características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 err="1">
                <a:solidFill>
                  <a:schemeClr val="bg1"/>
                </a:solidFill>
              </a:rPr>
              <a:t>Texto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blanco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sobre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fondo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oscuro</a:t>
            </a:r>
            <a:endParaRPr dirty="0">
              <a:solidFill>
                <a:schemeClr val="bg1"/>
              </a:solidFill>
            </a:endParaRPr>
          </a:p>
          <a:p>
            <a:pPr lvl="0"/>
            <a:r>
              <a:rPr dirty="0" err="1">
                <a:solidFill>
                  <a:schemeClr val="bg1"/>
                </a:solidFill>
              </a:rPr>
              <a:t>Énfasis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en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el</a:t>
            </a:r>
            <a:r>
              <a:rPr dirty="0">
                <a:solidFill>
                  <a:schemeClr val="bg1"/>
                </a:solidFill>
              </a:rPr>
              <a:t> </a:t>
            </a:r>
            <a:r>
              <a:rPr dirty="0" err="1">
                <a:solidFill>
                  <a:schemeClr val="bg1"/>
                </a:solidFill>
              </a:rPr>
              <a:t>contenido</a:t>
            </a:r>
            <a:endParaRPr dirty="0">
              <a:solidFill>
                <a:schemeClr val="bg1"/>
              </a:solidFill>
            </a:endParaRPr>
          </a:p>
          <a:p>
            <a:pPr lvl="0"/>
            <a:r>
              <a:rPr dirty="0">
                <a:solidFill>
                  <a:schemeClr val="bg1"/>
                </a:solidFill>
              </a:rPr>
              <a:t>Estilo </a:t>
            </a:r>
            <a:r>
              <a:rPr dirty="0" err="1">
                <a:solidFill>
                  <a:schemeClr val="bg1"/>
                </a:solidFill>
              </a:rPr>
              <a:t>minimalista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Vista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TM03457515[[fn=Vista]]</Template>
  <TotalTime>0</TotalTime>
  <Words>29</Words>
  <Application>Microsoft Office PowerPoint</Application>
  <PresentationFormat>Presentación en pantalla (16:9)</PresentationFormat>
  <Paragraphs>10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Century Schoolbook</vt:lpstr>
      <vt:lpstr>Wingdings 2</vt:lpstr>
      <vt:lpstr>Vista</vt:lpstr>
      <vt:lpstr>Modern Dark Template</vt:lpstr>
      <vt:lpstr>Bienvenida</vt:lpstr>
      <vt:lpstr>Características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Dark Template</dc:title>
  <dc:creator/>
  <cp:keywords/>
  <cp:lastModifiedBy>fiona kuang</cp:lastModifiedBy>
  <cp:revision>2</cp:revision>
  <dcterms:created xsi:type="dcterms:W3CDTF">2025-11-06T10:17:45Z</dcterms:created>
  <dcterms:modified xsi:type="dcterms:W3CDTF">2025-11-06T10:24:23Z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Presentación con estilo oscuro</vt:lpwstr>
  </property>
</Properties>
</file>