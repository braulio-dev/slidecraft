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86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2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92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3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0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1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8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4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2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1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94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0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 Gray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Minimalismo elegante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Simplicidad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Diseño minimalista</a:t>
            </a:r>
          </a:p>
          <a:p>
            <a:pPr lvl="0"/>
            <a:r>
              <a:t>Colores neutros</a:t>
            </a:r>
          </a:p>
          <a:p>
            <a:pPr lvl="0"/>
            <a:r>
              <a:t>Enfoque en contenido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Mejor para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Presentaciones técnicas</a:t>
            </a:r>
          </a:p>
          <a:p>
            <a:pPr lvl="0"/>
            <a:r>
              <a:t>Reportes</a:t>
            </a:r>
          </a:p>
          <a:p>
            <a:pPr lvl="0"/>
            <a:r>
              <a:t>Documentación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Paquete</Template>
  <TotalTime>0</TotalTime>
  <Words>18</Words>
  <Application>Microsoft Office PowerPoint</Application>
  <PresentationFormat>Presentación en pantalla (16:9)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Paquete</vt:lpstr>
      <vt:lpstr>Minimal Gray</vt:lpstr>
      <vt:lpstr>Simplicidad</vt:lpstr>
      <vt:lpstr>Mejor para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Gray</dc:title>
  <dc:creator/>
  <cp:keywords/>
  <cp:lastModifiedBy>fiona kuang</cp:lastModifiedBy>
  <cp:revision>2</cp:revision>
  <dcterms:created xsi:type="dcterms:W3CDTF">2025-11-06T10:17:46Z</dcterms:created>
  <dcterms:modified xsi:type="dcterms:W3CDTF">2025-11-06T23:20:21Z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Minimalismo elegante</vt:lpwstr>
  </property>
</Properties>
</file>