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Relationship Id="rId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8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6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4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Introducción a 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Node.js es un entorno de ejecución para JavaScript que permite la creación de aplicaciones web y móviles escalables y rápidas.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Características clave</a:t>
            </a:r>
          </a:p>
          <a:p>
            <a:pPr lvl="0"/>
            <a:r>
              <a:rPr b="1"/>
              <a:t>Event-driven</a:t>
            </a:r>
            <a:r>
              <a:rPr/>
              <a:t>: Node.js utiliza un modelo de programación basado en eventos, lo que le permite manejar múltiples solicitudes de manera concurrente.</a:t>
            </a:r>
          </a:p>
          <a:p>
            <a:pPr lvl="0"/>
            <a:r>
              <a:rPr b="1"/>
              <a:t>No bloqueante</a:t>
            </a:r>
            <a:r>
              <a:rPr/>
              <a:t>: Los módulos de Node.js son no bloqueantes, lo que significa que la ejecución del código no se detiene mientras espera a que una operación termine.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Ventajas de usar 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Rendimiento y escalabilidad</a:t>
            </a:r>
          </a:p>
          <a:p>
            <a:pPr lvl="0"/>
            <a:r>
              <a:rPr b="1"/>
              <a:t>Rápido desarrollo de aplicaciones</a:t>
            </a:r>
            <a:r>
              <a:rPr/>
              <a:t>: La capacidad de utilizar JavaScript en el lado del servidor permite un desarrollo más rápido y eficiente.</a:t>
            </a:r>
          </a:p>
          <a:p>
            <a:pPr lvl="0"/>
            <a:r>
              <a:rPr b="1"/>
              <a:t>Escalabilidad</a:t>
            </a:r>
            <a:r>
              <a:rPr/>
              <a:t>: Node.js es perfecto para aplicaciones con alta demanda debido a su capacidad para manejar múltiples solicitudes simultáneamente.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Integración con otras tecnologías</a:t>
            </a:r>
          </a:p>
          <a:p>
            <a:pPr lvl="0"/>
            <a:r>
              <a:rPr b="1"/>
              <a:t>Interoperabilidad con JavaScript en el cliente</a:t>
            </a:r>
            <a:r>
              <a:rPr/>
              <a:t>: La capacidad de utilizar JavaScript tanto en el lado del servidor como en el lado del cliente facilita la integración entre aplicaciones web y móviles.</a:t>
            </a:r>
          </a:p>
          <a:p>
            <a:pPr lvl="0"/>
            <a:r>
              <a:rPr b="1"/>
              <a:t>Compatibilidad con frameworks y bibliotecas populares</a:t>
            </a:r>
            <a:r>
              <a:rPr/>
              <a:t>: Node.js cuenta con una amplia gama de herramientas y frameworks para simplificar el desarrollo y mantener las aplicaciones.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Ejemplos de uso de 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Aplicaciones web</a:t>
            </a:r>
          </a:p>
          <a:p>
            <a:pPr lvl="0"/>
            <a:r>
              <a:rPr b="1"/>
              <a:t>Sitios web dinámicos</a:t>
            </a:r>
            <a:r>
              <a:rPr/>
              <a:t>: Node.js es ideal para crear sitios web que requieren interacción en tiempo real, como chats, juegos en línea o plataformas de comercio electrónico.</a:t>
            </a:r>
          </a:p>
          <a:p>
            <a:pPr lvl="0"/>
            <a:r>
              <a:rPr b="1"/>
              <a:t>APIs RESTful</a:t>
            </a:r>
            <a:r>
              <a:rPr/>
              <a:t>: La capacidad de manejar múltiples solicitudes concurrentemente lo hace perfecto para la creación de APIs RESTful escalables.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Aplicaciones móviles</a:t>
            </a:r>
          </a:p>
          <a:p>
            <a:pPr lvl="0"/>
            <a:r>
              <a:rPr b="1"/>
              <a:t>Desarrollo híbrido</a:t>
            </a:r>
            <a:r>
              <a:rPr/>
              <a:t>: Node.js puede utilizarse como backend para aplicaciones móviles, permitiendo un desarrollo más rápido y flexible.</a:t>
            </a:r>
          </a:p>
          <a:p>
            <a:pPr lvl="0"/>
            <a:r>
              <a:rPr b="1"/>
              <a:t>Realización de tareas en segundo plano</a:t>
            </a:r>
            <a:r>
              <a:rPr/>
              <a:t>: La capacidad de ejecutar tareas en segundo plano es especialmente útil en aplicaciones móviles que requieren realizar procesos largos en el fondo.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Node.js es una herramienta poderosa para crear aplicaciones web y móviles escalables, rápidas y eficientes. Su capacidad para manejar múltiples solicitudes concurrentemente lo hace ideal para aplicaciones con alta demanda.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2025-11-06T02:58:35Z</dcterms:created>
  <dcterms:modified xsi:type="dcterms:W3CDTF">2025-11-06T02:58:35Z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